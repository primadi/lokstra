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9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D5E92-A0F7-4C5F-813A-504E51DEC4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36D28B6-689C-4D69-9BFF-AB68C00952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Problem: Business logic mixed in handlers  </a:t>
          </a:r>
        </a:p>
      </dgm:t>
    </dgm:pt>
    <dgm:pt modelId="{BA84755E-4110-450D-A49B-A87718426883}" type="parTrans" cxnId="{0C9377A6-367B-493D-9F1B-DA94E0A2C892}">
      <dgm:prSet/>
      <dgm:spPr/>
      <dgm:t>
        <a:bodyPr/>
        <a:lstStyle/>
        <a:p>
          <a:endParaRPr lang="en-US"/>
        </a:p>
      </dgm:t>
    </dgm:pt>
    <dgm:pt modelId="{10053D28-8E7B-49E9-BD7C-94620340B6D5}" type="sibTrans" cxnId="{0C9377A6-367B-493D-9F1B-DA94E0A2C892}">
      <dgm:prSet/>
      <dgm:spPr/>
      <dgm:t>
        <a:bodyPr/>
        <a:lstStyle/>
        <a:p>
          <a:endParaRPr lang="en-US"/>
        </a:p>
      </dgm:t>
    </dgm:pt>
    <dgm:pt modelId="{343DF1BC-8174-40D4-8484-9ECE5FA34B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Solution: Clean separation — SERVICE, Application, Infrastructure  </a:t>
          </a:r>
        </a:p>
      </dgm:t>
    </dgm:pt>
    <dgm:pt modelId="{1379A7EF-D7DD-4DC9-BD38-C2C6DD84BC46}" type="parTrans" cxnId="{E4823B68-91FA-4210-9EFF-3895E3D68D0C}">
      <dgm:prSet/>
      <dgm:spPr/>
      <dgm:t>
        <a:bodyPr/>
        <a:lstStyle/>
        <a:p>
          <a:endParaRPr lang="en-US"/>
        </a:p>
      </dgm:t>
    </dgm:pt>
    <dgm:pt modelId="{CE02AC53-A679-4ECA-BB27-CD531B5A898D}" type="sibTrans" cxnId="{E4823B68-91FA-4210-9EFF-3895E3D68D0C}">
      <dgm:prSet/>
      <dgm:spPr/>
      <dgm:t>
        <a:bodyPr/>
        <a:lstStyle/>
        <a:p>
          <a:endParaRPr lang="en-US"/>
        </a:p>
      </dgm:t>
    </dgm:pt>
    <dgm:pt modelId="{FD75BD41-63D0-4F4C-877F-B795032C6F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✅ Testable, ✅ Reusable, ✅Maintainable</a:t>
          </a:r>
        </a:p>
      </dgm:t>
    </dgm:pt>
    <dgm:pt modelId="{7062AF8A-D4B9-43FB-BB56-CAF1BE4DB4D8}" type="parTrans" cxnId="{795BCDF0-AAD9-4502-888D-1D8AD54CED55}">
      <dgm:prSet/>
      <dgm:spPr/>
      <dgm:t>
        <a:bodyPr/>
        <a:lstStyle/>
        <a:p>
          <a:endParaRPr lang="en-US"/>
        </a:p>
      </dgm:t>
    </dgm:pt>
    <dgm:pt modelId="{6ABFFDCA-A83C-41B6-84EE-F3348C177884}" type="sibTrans" cxnId="{795BCDF0-AAD9-4502-888D-1D8AD54CED55}">
      <dgm:prSet/>
      <dgm:spPr/>
      <dgm:t>
        <a:bodyPr/>
        <a:lstStyle/>
        <a:p>
          <a:endParaRPr lang="en-US"/>
        </a:p>
      </dgm:t>
    </dgm:pt>
    <dgm:pt modelId="{487F8785-F294-4F63-A13C-4ABF065729B4}" type="pres">
      <dgm:prSet presAssocID="{1B2D5E92-A0F7-4C5F-813A-504E51DEC4F7}" presName="outerComposite" presStyleCnt="0">
        <dgm:presLayoutVars>
          <dgm:chMax val="5"/>
          <dgm:dir/>
          <dgm:resizeHandles val="exact"/>
        </dgm:presLayoutVars>
      </dgm:prSet>
      <dgm:spPr/>
    </dgm:pt>
    <dgm:pt modelId="{C2AB838B-2082-498B-B1C4-0C223A4CDF80}" type="pres">
      <dgm:prSet presAssocID="{1B2D5E92-A0F7-4C5F-813A-504E51DEC4F7}" presName="dummyMaxCanvas" presStyleCnt="0">
        <dgm:presLayoutVars/>
      </dgm:prSet>
      <dgm:spPr/>
    </dgm:pt>
    <dgm:pt modelId="{BF91F828-8AD9-4922-8F48-1DE26677FC34}" type="pres">
      <dgm:prSet presAssocID="{1B2D5E92-A0F7-4C5F-813A-504E51DEC4F7}" presName="ThreeNodes_1" presStyleLbl="node1" presStyleIdx="0" presStyleCnt="3">
        <dgm:presLayoutVars>
          <dgm:bulletEnabled val="1"/>
        </dgm:presLayoutVars>
      </dgm:prSet>
      <dgm:spPr/>
    </dgm:pt>
    <dgm:pt modelId="{324F5C6C-E0E1-4F59-B706-1DD811CBACB8}" type="pres">
      <dgm:prSet presAssocID="{1B2D5E92-A0F7-4C5F-813A-504E51DEC4F7}" presName="ThreeNodes_2" presStyleLbl="node1" presStyleIdx="1" presStyleCnt="3">
        <dgm:presLayoutVars>
          <dgm:bulletEnabled val="1"/>
        </dgm:presLayoutVars>
      </dgm:prSet>
      <dgm:spPr/>
    </dgm:pt>
    <dgm:pt modelId="{0202C779-9033-432E-B5C1-67DA2029599F}" type="pres">
      <dgm:prSet presAssocID="{1B2D5E92-A0F7-4C5F-813A-504E51DEC4F7}" presName="ThreeNodes_3" presStyleLbl="node1" presStyleIdx="2" presStyleCnt="3">
        <dgm:presLayoutVars>
          <dgm:bulletEnabled val="1"/>
        </dgm:presLayoutVars>
      </dgm:prSet>
      <dgm:spPr/>
    </dgm:pt>
    <dgm:pt modelId="{D93FAAE1-202D-40FD-B48B-EFBDD6CAD936}" type="pres">
      <dgm:prSet presAssocID="{1B2D5E92-A0F7-4C5F-813A-504E51DEC4F7}" presName="ThreeConn_1-2" presStyleLbl="fgAccFollowNode1" presStyleIdx="0" presStyleCnt="2">
        <dgm:presLayoutVars>
          <dgm:bulletEnabled val="1"/>
        </dgm:presLayoutVars>
      </dgm:prSet>
      <dgm:spPr/>
    </dgm:pt>
    <dgm:pt modelId="{A0B94866-7EE7-46E8-860B-3096BEB4B64D}" type="pres">
      <dgm:prSet presAssocID="{1B2D5E92-A0F7-4C5F-813A-504E51DEC4F7}" presName="ThreeConn_2-3" presStyleLbl="fgAccFollowNode1" presStyleIdx="1" presStyleCnt="2">
        <dgm:presLayoutVars>
          <dgm:bulletEnabled val="1"/>
        </dgm:presLayoutVars>
      </dgm:prSet>
      <dgm:spPr/>
    </dgm:pt>
    <dgm:pt modelId="{0451BF69-3271-4971-BD98-0EBE17833418}" type="pres">
      <dgm:prSet presAssocID="{1B2D5E92-A0F7-4C5F-813A-504E51DEC4F7}" presName="ThreeNodes_1_text" presStyleLbl="node1" presStyleIdx="2" presStyleCnt="3">
        <dgm:presLayoutVars>
          <dgm:bulletEnabled val="1"/>
        </dgm:presLayoutVars>
      </dgm:prSet>
      <dgm:spPr/>
    </dgm:pt>
    <dgm:pt modelId="{261B8B7C-D1E1-4BF8-B817-3C6ACCD1792A}" type="pres">
      <dgm:prSet presAssocID="{1B2D5E92-A0F7-4C5F-813A-504E51DEC4F7}" presName="ThreeNodes_2_text" presStyleLbl="node1" presStyleIdx="2" presStyleCnt="3">
        <dgm:presLayoutVars>
          <dgm:bulletEnabled val="1"/>
        </dgm:presLayoutVars>
      </dgm:prSet>
      <dgm:spPr/>
    </dgm:pt>
    <dgm:pt modelId="{9A926619-D23D-4FA2-8EFC-729A2134CC25}" type="pres">
      <dgm:prSet presAssocID="{1B2D5E92-A0F7-4C5F-813A-504E51DEC4F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468BA20-FFB6-4807-A81B-A23B13AC776D}" type="presOf" srcId="{343DF1BC-8174-40D4-8484-9ECE5FA34BF8}" destId="{324F5C6C-E0E1-4F59-B706-1DD811CBACB8}" srcOrd="0" destOrd="0" presId="urn:microsoft.com/office/officeart/2005/8/layout/vProcess5"/>
    <dgm:cxn modelId="{D8E92B40-E468-4F5E-A2D4-5D2CB8DAF42C}" type="presOf" srcId="{136D28B6-689C-4D69-9BFF-AB68C00952B2}" destId="{BF91F828-8AD9-4922-8F48-1DE26677FC34}" srcOrd="0" destOrd="0" presId="urn:microsoft.com/office/officeart/2005/8/layout/vProcess5"/>
    <dgm:cxn modelId="{71457867-4842-4066-86B9-6E281BED0D52}" type="presOf" srcId="{343DF1BC-8174-40D4-8484-9ECE5FA34BF8}" destId="{261B8B7C-D1E1-4BF8-B817-3C6ACCD1792A}" srcOrd="1" destOrd="0" presId="urn:microsoft.com/office/officeart/2005/8/layout/vProcess5"/>
    <dgm:cxn modelId="{E4823B68-91FA-4210-9EFF-3895E3D68D0C}" srcId="{1B2D5E92-A0F7-4C5F-813A-504E51DEC4F7}" destId="{343DF1BC-8174-40D4-8484-9ECE5FA34BF8}" srcOrd="1" destOrd="0" parTransId="{1379A7EF-D7DD-4DC9-BD38-C2C6DD84BC46}" sibTransId="{CE02AC53-A679-4ECA-BB27-CD531B5A898D}"/>
    <dgm:cxn modelId="{3138DC73-BD24-4585-8A74-5837CFDAE594}" type="presOf" srcId="{136D28B6-689C-4D69-9BFF-AB68C00952B2}" destId="{0451BF69-3271-4971-BD98-0EBE17833418}" srcOrd="1" destOrd="0" presId="urn:microsoft.com/office/officeart/2005/8/layout/vProcess5"/>
    <dgm:cxn modelId="{616EBB7A-CD0C-4BA4-9E5E-C328059CBD2A}" type="presOf" srcId="{FD75BD41-63D0-4F4C-877F-B795032C6F5E}" destId="{0202C779-9033-432E-B5C1-67DA2029599F}" srcOrd="0" destOrd="0" presId="urn:microsoft.com/office/officeart/2005/8/layout/vProcess5"/>
    <dgm:cxn modelId="{0C9377A6-367B-493D-9F1B-DA94E0A2C892}" srcId="{1B2D5E92-A0F7-4C5F-813A-504E51DEC4F7}" destId="{136D28B6-689C-4D69-9BFF-AB68C00952B2}" srcOrd="0" destOrd="0" parTransId="{BA84755E-4110-450D-A49B-A87718426883}" sibTransId="{10053D28-8E7B-49E9-BD7C-94620340B6D5}"/>
    <dgm:cxn modelId="{91C617A9-79BF-4784-9ADB-CE2FEF84F070}" type="presOf" srcId="{CE02AC53-A679-4ECA-BB27-CD531B5A898D}" destId="{A0B94866-7EE7-46E8-860B-3096BEB4B64D}" srcOrd="0" destOrd="0" presId="urn:microsoft.com/office/officeart/2005/8/layout/vProcess5"/>
    <dgm:cxn modelId="{178427C0-6EAB-47A1-B2CB-08FDD3E9331D}" type="presOf" srcId="{10053D28-8E7B-49E9-BD7C-94620340B6D5}" destId="{D93FAAE1-202D-40FD-B48B-EFBDD6CAD936}" srcOrd="0" destOrd="0" presId="urn:microsoft.com/office/officeart/2005/8/layout/vProcess5"/>
    <dgm:cxn modelId="{6D1245E1-3609-439B-916B-9E533B4AEE04}" type="presOf" srcId="{FD75BD41-63D0-4F4C-877F-B795032C6F5E}" destId="{9A926619-D23D-4FA2-8EFC-729A2134CC25}" srcOrd="1" destOrd="0" presId="urn:microsoft.com/office/officeart/2005/8/layout/vProcess5"/>
    <dgm:cxn modelId="{795BCDF0-AAD9-4502-888D-1D8AD54CED55}" srcId="{1B2D5E92-A0F7-4C5F-813A-504E51DEC4F7}" destId="{FD75BD41-63D0-4F4C-877F-B795032C6F5E}" srcOrd="2" destOrd="0" parTransId="{7062AF8A-D4B9-43FB-BB56-CAF1BE4DB4D8}" sibTransId="{6ABFFDCA-A83C-41B6-84EE-F3348C177884}"/>
    <dgm:cxn modelId="{2BC1D6F3-7D34-47EA-8A4D-28268CF9A16B}" type="presOf" srcId="{1B2D5E92-A0F7-4C5F-813A-504E51DEC4F7}" destId="{487F8785-F294-4F63-A13C-4ABF065729B4}" srcOrd="0" destOrd="0" presId="urn:microsoft.com/office/officeart/2005/8/layout/vProcess5"/>
    <dgm:cxn modelId="{7D9170E5-960C-4FDE-8B98-B3A244713C47}" type="presParOf" srcId="{487F8785-F294-4F63-A13C-4ABF065729B4}" destId="{C2AB838B-2082-498B-B1C4-0C223A4CDF80}" srcOrd="0" destOrd="0" presId="urn:microsoft.com/office/officeart/2005/8/layout/vProcess5"/>
    <dgm:cxn modelId="{3B77287F-8A58-4384-9492-1C2ECD71D2F5}" type="presParOf" srcId="{487F8785-F294-4F63-A13C-4ABF065729B4}" destId="{BF91F828-8AD9-4922-8F48-1DE26677FC34}" srcOrd="1" destOrd="0" presId="urn:microsoft.com/office/officeart/2005/8/layout/vProcess5"/>
    <dgm:cxn modelId="{E8691390-7626-4025-BA45-0292D1EC3F52}" type="presParOf" srcId="{487F8785-F294-4F63-A13C-4ABF065729B4}" destId="{324F5C6C-E0E1-4F59-B706-1DD811CBACB8}" srcOrd="2" destOrd="0" presId="urn:microsoft.com/office/officeart/2005/8/layout/vProcess5"/>
    <dgm:cxn modelId="{B2C75373-BEAD-4718-A5AB-B2EC8482D47B}" type="presParOf" srcId="{487F8785-F294-4F63-A13C-4ABF065729B4}" destId="{0202C779-9033-432E-B5C1-67DA2029599F}" srcOrd="3" destOrd="0" presId="urn:microsoft.com/office/officeart/2005/8/layout/vProcess5"/>
    <dgm:cxn modelId="{DF06FC7F-C498-4117-A44F-10FCE2739E90}" type="presParOf" srcId="{487F8785-F294-4F63-A13C-4ABF065729B4}" destId="{D93FAAE1-202D-40FD-B48B-EFBDD6CAD936}" srcOrd="4" destOrd="0" presId="urn:microsoft.com/office/officeart/2005/8/layout/vProcess5"/>
    <dgm:cxn modelId="{2D3B0830-9679-42C8-A590-31B3F3827666}" type="presParOf" srcId="{487F8785-F294-4F63-A13C-4ABF065729B4}" destId="{A0B94866-7EE7-46E8-860B-3096BEB4B64D}" srcOrd="5" destOrd="0" presId="urn:microsoft.com/office/officeart/2005/8/layout/vProcess5"/>
    <dgm:cxn modelId="{163C1176-A94B-4C2E-A1AA-CE24837AEFB7}" type="presParOf" srcId="{487F8785-F294-4F63-A13C-4ABF065729B4}" destId="{0451BF69-3271-4971-BD98-0EBE17833418}" srcOrd="6" destOrd="0" presId="urn:microsoft.com/office/officeart/2005/8/layout/vProcess5"/>
    <dgm:cxn modelId="{26BF9234-F4F0-430E-8C21-1E6853D6F049}" type="presParOf" srcId="{487F8785-F294-4F63-A13C-4ABF065729B4}" destId="{261B8B7C-D1E1-4BF8-B817-3C6ACCD1792A}" srcOrd="7" destOrd="0" presId="urn:microsoft.com/office/officeart/2005/8/layout/vProcess5"/>
    <dgm:cxn modelId="{9AAF6A9F-C6D2-47A8-A651-5529F1A7B73F}" type="presParOf" srcId="{487F8785-F294-4F63-A13C-4ABF065729B4}" destId="{9A926619-D23D-4FA2-8EFC-729A2134CC2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DCF28E-8CA5-46F6-BD34-1D40245B0CD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72E2FD-1CFC-4E20-B06F-CA6B18F106CF}">
      <dgm:prSet/>
      <dgm:spPr/>
      <dgm:t>
        <a:bodyPr/>
        <a:lstStyle/>
        <a:p>
          <a:r>
            <a:rPr lang="en-US"/>
            <a:t>1️⃣ Infrastructure (DB, Cache, Logger) — local  </a:t>
          </a:r>
        </a:p>
      </dgm:t>
    </dgm:pt>
    <dgm:pt modelId="{AF0DF8D8-8E86-4176-BEF2-BF98E1AADE24}" type="parTrans" cxnId="{C5D383D7-5DBC-4500-8FA6-236073007B6D}">
      <dgm:prSet/>
      <dgm:spPr/>
      <dgm:t>
        <a:bodyPr/>
        <a:lstStyle/>
        <a:p>
          <a:endParaRPr lang="en-US"/>
        </a:p>
      </dgm:t>
    </dgm:pt>
    <dgm:pt modelId="{FC9CEB33-6B28-4CEB-94EF-43335AAE0E89}" type="sibTrans" cxnId="{C5D383D7-5DBC-4500-8FA6-236073007B6D}">
      <dgm:prSet/>
      <dgm:spPr/>
      <dgm:t>
        <a:bodyPr/>
        <a:lstStyle/>
        <a:p>
          <a:endParaRPr lang="en-US"/>
        </a:p>
      </dgm:t>
    </dgm:pt>
    <dgm:pt modelId="{75B2D673-1B96-4D9A-B11F-385D9A1823AA}">
      <dgm:prSet/>
      <dgm:spPr/>
      <dgm:t>
        <a:bodyPr/>
        <a:lstStyle/>
        <a:p>
          <a:r>
            <a:rPr lang="en-US"/>
            <a:t>2️⃣ External (Stripe, Twilio) — remote  </a:t>
          </a:r>
        </a:p>
      </dgm:t>
    </dgm:pt>
    <dgm:pt modelId="{E8ED7390-9F54-4E8D-BF32-A79714E3C048}" type="parTrans" cxnId="{08411DB2-2413-4E1B-9DAB-B9E7AD072B12}">
      <dgm:prSet/>
      <dgm:spPr/>
      <dgm:t>
        <a:bodyPr/>
        <a:lstStyle/>
        <a:p>
          <a:endParaRPr lang="en-US"/>
        </a:p>
      </dgm:t>
    </dgm:pt>
    <dgm:pt modelId="{CD1C6E83-D160-4BFB-BD44-57E859E0D83F}" type="sibTrans" cxnId="{08411DB2-2413-4E1B-9DAB-B9E7AD072B12}">
      <dgm:prSet/>
      <dgm:spPr/>
      <dgm:t>
        <a:bodyPr/>
        <a:lstStyle/>
        <a:p>
          <a:endParaRPr lang="en-US"/>
        </a:p>
      </dgm:t>
    </dgm:pt>
    <dgm:pt modelId="{9AB9693D-09D1-4892-B81A-A9EC087D0FC9}">
      <dgm:prSet/>
      <dgm:spPr/>
      <dgm:t>
        <a:bodyPr/>
        <a:lstStyle/>
        <a:p>
          <a:r>
            <a:rPr lang="en-US" dirty="0"/>
            <a:t>3️⃣ ⭐ Business (User, Order) — local or remote depending on config</a:t>
          </a:r>
        </a:p>
      </dgm:t>
    </dgm:pt>
    <dgm:pt modelId="{671DD24C-AD35-403D-9AAF-3109905C14EC}" type="parTrans" cxnId="{2BE414ED-F6D8-4311-97CC-76C983FD83EB}">
      <dgm:prSet/>
      <dgm:spPr/>
      <dgm:t>
        <a:bodyPr/>
        <a:lstStyle/>
        <a:p>
          <a:endParaRPr lang="en-US"/>
        </a:p>
      </dgm:t>
    </dgm:pt>
    <dgm:pt modelId="{38E044CD-479E-4520-84A8-0FA71414D7DA}" type="sibTrans" cxnId="{2BE414ED-F6D8-4311-97CC-76C983FD83EB}">
      <dgm:prSet/>
      <dgm:spPr/>
      <dgm:t>
        <a:bodyPr/>
        <a:lstStyle/>
        <a:p>
          <a:endParaRPr lang="en-US"/>
        </a:p>
      </dgm:t>
    </dgm:pt>
    <dgm:pt modelId="{34414930-2CDD-459F-9928-B5493559D15A}" type="pres">
      <dgm:prSet presAssocID="{EADCF28E-8CA5-46F6-BD34-1D40245B0CD0}" presName="root" presStyleCnt="0">
        <dgm:presLayoutVars>
          <dgm:dir/>
          <dgm:resizeHandles val="exact"/>
        </dgm:presLayoutVars>
      </dgm:prSet>
      <dgm:spPr/>
    </dgm:pt>
    <dgm:pt modelId="{E353A8F5-D726-489D-84E1-BA3D597DBF2E}" type="pres">
      <dgm:prSet presAssocID="{4272E2FD-1CFC-4E20-B06F-CA6B18F106CF}" presName="compNode" presStyleCnt="0"/>
      <dgm:spPr/>
    </dgm:pt>
    <dgm:pt modelId="{C7299FCC-AA53-4A28-B094-C4572536BB6B}" type="pres">
      <dgm:prSet presAssocID="{4272E2FD-1CFC-4E20-B06F-CA6B18F106C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0214C6C-B3D4-4E32-BC6B-26030FF424F5}" type="pres">
      <dgm:prSet presAssocID="{4272E2FD-1CFC-4E20-B06F-CA6B18F106CF}" presName="spaceRect" presStyleCnt="0"/>
      <dgm:spPr/>
    </dgm:pt>
    <dgm:pt modelId="{EB702211-BE11-459F-9A8C-E34159EF98F8}" type="pres">
      <dgm:prSet presAssocID="{4272E2FD-1CFC-4E20-B06F-CA6B18F106CF}" presName="textRect" presStyleLbl="revTx" presStyleIdx="0" presStyleCnt="3">
        <dgm:presLayoutVars>
          <dgm:chMax val="1"/>
          <dgm:chPref val="1"/>
        </dgm:presLayoutVars>
      </dgm:prSet>
      <dgm:spPr/>
    </dgm:pt>
    <dgm:pt modelId="{1BFCB2EB-D661-4B0F-A5AF-D3481C4187C5}" type="pres">
      <dgm:prSet presAssocID="{FC9CEB33-6B28-4CEB-94EF-43335AAE0E89}" presName="sibTrans" presStyleCnt="0"/>
      <dgm:spPr/>
    </dgm:pt>
    <dgm:pt modelId="{21414A75-F550-4ACA-AAF2-53FEB77443CB}" type="pres">
      <dgm:prSet presAssocID="{75B2D673-1B96-4D9A-B11F-385D9A1823AA}" presName="compNode" presStyleCnt="0"/>
      <dgm:spPr/>
    </dgm:pt>
    <dgm:pt modelId="{E2507E01-2B68-4F95-95E9-ACDFD63ACB37}" type="pres">
      <dgm:prSet presAssocID="{75B2D673-1B96-4D9A-B11F-385D9A1823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046758A3-DB7C-44EF-A4C1-AF2C93A38FAF}" type="pres">
      <dgm:prSet presAssocID="{75B2D673-1B96-4D9A-B11F-385D9A1823AA}" presName="spaceRect" presStyleCnt="0"/>
      <dgm:spPr/>
    </dgm:pt>
    <dgm:pt modelId="{5CE85BE2-339D-46AD-B114-F9B1BA26C869}" type="pres">
      <dgm:prSet presAssocID="{75B2D673-1B96-4D9A-B11F-385D9A1823AA}" presName="textRect" presStyleLbl="revTx" presStyleIdx="1" presStyleCnt="3">
        <dgm:presLayoutVars>
          <dgm:chMax val="1"/>
          <dgm:chPref val="1"/>
        </dgm:presLayoutVars>
      </dgm:prSet>
      <dgm:spPr/>
    </dgm:pt>
    <dgm:pt modelId="{0C080969-7AEA-4A33-A7CF-281F33CDEF50}" type="pres">
      <dgm:prSet presAssocID="{CD1C6E83-D160-4BFB-BD44-57E859E0D83F}" presName="sibTrans" presStyleCnt="0"/>
      <dgm:spPr/>
    </dgm:pt>
    <dgm:pt modelId="{1D77744C-A2E3-4FD3-BBBF-A7AE586A1516}" type="pres">
      <dgm:prSet presAssocID="{9AB9693D-09D1-4892-B81A-A9EC087D0FC9}" presName="compNode" presStyleCnt="0"/>
      <dgm:spPr/>
    </dgm:pt>
    <dgm:pt modelId="{916AFBB9-5A6E-4A3C-9E9D-EC9A40B9D760}" type="pres">
      <dgm:prSet presAssocID="{9AB9693D-09D1-4892-B81A-A9EC087D0FC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7865EA62-A41D-4C87-A97D-8039675F52D8}" type="pres">
      <dgm:prSet presAssocID="{9AB9693D-09D1-4892-B81A-A9EC087D0FC9}" presName="spaceRect" presStyleCnt="0"/>
      <dgm:spPr/>
    </dgm:pt>
    <dgm:pt modelId="{59F967E6-3A6F-419B-9709-DA6A308A1C6F}" type="pres">
      <dgm:prSet presAssocID="{9AB9693D-09D1-4892-B81A-A9EC087D0FC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ECD10B-373C-497F-864E-3D8FA42A908B}" type="presOf" srcId="{75B2D673-1B96-4D9A-B11F-385D9A1823AA}" destId="{5CE85BE2-339D-46AD-B114-F9B1BA26C869}" srcOrd="0" destOrd="0" presId="urn:microsoft.com/office/officeart/2018/2/layout/IconLabelList"/>
    <dgm:cxn modelId="{6D402F75-C27B-4654-832C-6D1251EAE49E}" type="presOf" srcId="{9AB9693D-09D1-4892-B81A-A9EC087D0FC9}" destId="{59F967E6-3A6F-419B-9709-DA6A308A1C6F}" srcOrd="0" destOrd="0" presId="urn:microsoft.com/office/officeart/2018/2/layout/IconLabelList"/>
    <dgm:cxn modelId="{08411DB2-2413-4E1B-9DAB-B9E7AD072B12}" srcId="{EADCF28E-8CA5-46F6-BD34-1D40245B0CD0}" destId="{75B2D673-1B96-4D9A-B11F-385D9A1823AA}" srcOrd="1" destOrd="0" parTransId="{E8ED7390-9F54-4E8D-BF32-A79714E3C048}" sibTransId="{CD1C6E83-D160-4BFB-BD44-57E859E0D83F}"/>
    <dgm:cxn modelId="{C5D383D7-5DBC-4500-8FA6-236073007B6D}" srcId="{EADCF28E-8CA5-46F6-BD34-1D40245B0CD0}" destId="{4272E2FD-1CFC-4E20-B06F-CA6B18F106CF}" srcOrd="0" destOrd="0" parTransId="{AF0DF8D8-8E86-4176-BEF2-BF98E1AADE24}" sibTransId="{FC9CEB33-6B28-4CEB-94EF-43335AAE0E89}"/>
    <dgm:cxn modelId="{AE6EB0E5-999D-480B-99C4-7780344F5E9E}" type="presOf" srcId="{4272E2FD-1CFC-4E20-B06F-CA6B18F106CF}" destId="{EB702211-BE11-459F-9A8C-E34159EF98F8}" srcOrd="0" destOrd="0" presId="urn:microsoft.com/office/officeart/2018/2/layout/IconLabelList"/>
    <dgm:cxn modelId="{2BE414ED-F6D8-4311-97CC-76C983FD83EB}" srcId="{EADCF28E-8CA5-46F6-BD34-1D40245B0CD0}" destId="{9AB9693D-09D1-4892-B81A-A9EC087D0FC9}" srcOrd="2" destOrd="0" parTransId="{671DD24C-AD35-403D-9AAF-3109905C14EC}" sibTransId="{38E044CD-479E-4520-84A8-0FA71414D7DA}"/>
    <dgm:cxn modelId="{961DB4F8-0B45-407E-9E3A-6DBB07B8D66F}" type="presOf" srcId="{EADCF28E-8CA5-46F6-BD34-1D40245B0CD0}" destId="{34414930-2CDD-459F-9928-B5493559D15A}" srcOrd="0" destOrd="0" presId="urn:microsoft.com/office/officeart/2018/2/layout/IconLabelList"/>
    <dgm:cxn modelId="{A7791A6E-6237-43F2-A39D-018CB7300FC2}" type="presParOf" srcId="{34414930-2CDD-459F-9928-B5493559D15A}" destId="{E353A8F5-D726-489D-84E1-BA3D597DBF2E}" srcOrd="0" destOrd="0" presId="urn:microsoft.com/office/officeart/2018/2/layout/IconLabelList"/>
    <dgm:cxn modelId="{E65D3C05-241F-422A-BED5-DC4EF8FAFAE2}" type="presParOf" srcId="{E353A8F5-D726-489D-84E1-BA3D597DBF2E}" destId="{C7299FCC-AA53-4A28-B094-C4572536BB6B}" srcOrd="0" destOrd="0" presId="urn:microsoft.com/office/officeart/2018/2/layout/IconLabelList"/>
    <dgm:cxn modelId="{EF09CAF2-7FDA-422D-B93D-94041D5C4653}" type="presParOf" srcId="{E353A8F5-D726-489D-84E1-BA3D597DBF2E}" destId="{20214C6C-B3D4-4E32-BC6B-26030FF424F5}" srcOrd="1" destOrd="0" presId="urn:microsoft.com/office/officeart/2018/2/layout/IconLabelList"/>
    <dgm:cxn modelId="{4D235067-5F5B-4779-9952-4AD42FF76806}" type="presParOf" srcId="{E353A8F5-D726-489D-84E1-BA3D597DBF2E}" destId="{EB702211-BE11-459F-9A8C-E34159EF98F8}" srcOrd="2" destOrd="0" presId="urn:microsoft.com/office/officeart/2018/2/layout/IconLabelList"/>
    <dgm:cxn modelId="{8B4B85F4-FE63-4EFC-B835-C42CF2F29FD5}" type="presParOf" srcId="{34414930-2CDD-459F-9928-B5493559D15A}" destId="{1BFCB2EB-D661-4B0F-A5AF-D3481C4187C5}" srcOrd="1" destOrd="0" presId="urn:microsoft.com/office/officeart/2018/2/layout/IconLabelList"/>
    <dgm:cxn modelId="{27C251FA-FA3F-4E8F-8006-37220626493F}" type="presParOf" srcId="{34414930-2CDD-459F-9928-B5493559D15A}" destId="{21414A75-F550-4ACA-AAF2-53FEB77443CB}" srcOrd="2" destOrd="0" presId="urn:microsoft.com/office/officeart/2018/2/layout/IconLabelList"/>
    <dgm:cxn modelId="{B076EABB-767C-445E-B7C3-7FF87347E8C3}" type="presParOf" srcId="{21414A75-F550-4ACA-AAF2-53FEB77443CB}" destId="{E2507E01-2B68-4F95-95E9-ACDFD63ACB37}" srcOrd="0" destOrd="0" presId="urn:microsoft.com/office/officeart/2018/2/layout/IconLabelList"/>
    <dgm:cxn modelId="{EF890AFD-B80B-45A7-AA33-84A5D1611BED}" type="presParOf" srcId="{21414A75-F550-4ACA-AAF2-53FEB77443CB}" destId="{046758A3-DB7C-44EF-A4C1-AF2C93A38FAF}" srcOrd="1" destOrd="0" presId="urn:microsoft.com/office/officeart/2018/2/layout/IconLabelList"/>
    <dgm:cxn modelId="{570837E3-BE2E-486B-9847-FB513DDDA49B}" type="presParOf" srcId="{21414A75-F550-4ACA-AAF2-53FEB77443CB}" destId="{5CE85BE2-339D-46AD-B114-F9B1BA26C869}" srcOrd="2" destOrd="0" presId="urn:microsoft.com/office/officeart/2018/2/layout/IconLabelList"/>
    <dgm:cxn modelId="{92F8F28A-7471-4155-A4D5-C86484842562}" type="presParOf" srcId="{34414930-2CDD-459F-9928-B5493559D15A}" destId="{0C080969-7AEA-4A33-A7CF-281F33CDEF50}" srcOrd="3" destOrd="0" presId="urn:microsoft.com/office/officeart/2018/2/layout/IconLabelList"/>
    <dgm:cxn modelId="{112D52B3-B714-492A-A8D0-275ACEDF4DB0}" type="presParOf" srcId="{34414930-2CDD-459F-9928-B5493559D15A}" destId="{1D77744C-A2E3-4FD3-BBBF-A7AE586A1516}" srcOrd="4" destOrd="0" presId="urn:microsoft.com/office/officeart/2018/2/layout/IconLabelList"/>
    <dgm:cxn modelId="{0B155FFD-1D1B-4288-8049-4D296A394F89}" type="presParOf" srcId="{1D77744C-A2E3-4FD3-BBBF-A7AE586A1516}" destId="{916AFBB9-5A6E-4A3C-9E9D-EC9A40B9D760}" srcOrd="0" destOrd="0" presId="urn:microsoft.com/office/officeart/2018/2/layout/IconLabelList"/>
    <dgm:cxn modelId="{3C30443B-3A97-4762-A4C0-3B924E28836F}" type="presParOf" srcId="{1D77744C-A2E3-4FD3-BBBF-A7AE586A1516}" destId="{7865EA62-A41D-4C87-A97D-8039675F52D8}" srcOrd="1" destOrd="0" presId="urn:microsoft.com/office/officeart/2018/2/layout/IconLabelList"/>
    <dgm:cxn modelId="{92576625-1C7D-471B-A57B-A3DDECAC2B74}" type="presParOf" srcId="{1D77744C-A2E3-4FD3-BBBF-A7AE586A1516}" destId="{59F967E6-3A6F-419B-9709-DA6A308A1C6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B048EB-AA74-4F3E-B539-47CB97D6740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30F422-9BED-400B-816E-D2E88261D3A6}">
      <dgm:prSet/>
      <dgm:spPr/>
      <dgm:t>
        <a:bodyPr/>
        <a:lstStyle/>
        <a:p>
          <a:r>
            <a:rPr lang="en-US"/>
            <a:t>Same code, different config:</a:t>
          </a:r>
        </a:p>
      </dgm:t>
    </dgm:pt>
    <dgm:pt modelId="{87342A50-57AD-4006-B510-D39B1B445AFB}" type="parTrans" cxnId="{59A91005-2090-4B1A-B874-A3D03EBCEC07}">
      <dgm:prSet/>
      <dgm:spPr/>
      <dgm:t>
        <a:bodyPr/>
        <a:lstStyle/>
        <a:p>
          <a:endParaRPr lang="en-US"/>
        </a:p>
      </dgm:t>
    </dgm:pt>
    <dgm:pt modelId="{947EA5EC-B2B6-4AE9-B019-FC00FD9D0109}" type="sibTrans" cxnId="{59A91005-2090-4B1A-B874-A3D03EBCEC07}">
      <dgm:prSet/>
      <dgm:spPr/>
      <dgm:t>
        <a:bodyPr/>
        <a:lstStyle/>
        <a:p>
          <a:endParaRPr lang="en-US"/>
        </a:p>
      </dgm:t>
    </dgm:pt>
    <dgm:pt modelId="{D23F2F64-7B67-4561-B360-FE120E7F5136}">
      <dgm:prSet/>
      <dgm:spPr/>
      <dgm:t>
        <a:bodyPr/>
        <a:lstStyle/>
        <a:p>
          <a:r>
            <a:rPr lang="en-US"/>
            <a:t>- dev → monolith</a:t>
          </a:r>
        </a:p>
      </dgm:t>
    </dgm:pt>
    <dgm:pt modelId="{67AFD341-26DE-4502-A7A8-E06C382CD4D2}" type="parTrans" cxnId="{4B61A985-C7A7-43D3-B128-92B172BBC339}">
      <dgm:prSet/>
      <dgm:spPr/>
      <dgm:t>
        <a:bodyPr/>
        <a:lstStyle/>
        <a:p>
          <a:endParaRPr lang="en-US"/>
        </a:p>
      </dgm:t>
    </dgm:pt>
    <dgm:pt modelId="{0047F095-7C95-48D0-BD69-4931C7200641}" type="sibTrans" cxnId="{4B61A985-C7A7-43D3-B128-92B172BBC339}">
      <dgm:prSet/>
      <dgm:spPr/>
      <dgm:t>
        <a:bodyPr/>
        <a:lstStyle/>
        <a:p>
          <a:endParaRPr lang="en-US"/>
        </a:p>
      </dgm:t>
    </dgm:pt>
    <dgm:pt modelId="{F83B0C55-F5A1-4B97-8043-DCB1C3FD1877}">
      <dgm:prSet/>
      <dgm:spPr/>
      <dgm:t>
        <a:bodyPr/>
        <a:lstStyle/>
        <a:p>
          <a:r>
            <a:rPr lang="en-US"/>
            <a:t>- staging → single server</a:t>
          </a:r>
        </a:p>
      </dgm:t>
    </dgm:pt>
    <dgm:pt modelId="{F990E84F-B3F3-4B35-8FB9-A8464E477522}" type="parTrans" cxnId="{49433E31-3E85-40FE-B9EB-210D58DEEFC5}">
      <dgm:prSet/>
      <dgm:spPr/>
      <dgm:t>
        <a:bodyPr/>
        <a:lstStyle/>
        <a:p>
          <a:endParaRPr lang="en-US"/>
        </a:p>
      </dgm:t>
    </dgm:pt>
    <dgm:pt modelId="{954046AD-477B-4C03-A08D-33BFE1F61384}" type="sibTrans" cxnId="{49433E31-3E85-40FE-B9EB-210D58DEEFC5}">
      <dgm:prSet/>
      <dgm:spPr/>
      <dgm:t>
        <a:bodyPr/>
        <a:lstStyle/>
        <a:p>
          <a:endParaRPr lang="en-US"/>
        </a:p>
      </dgm:t>
    </dgm:pt>
    <dgm:pt modelId="{97C80F80-6458-47C6-BEF8-F6AC45CE2665}">
      <dgm:prSet/>
      <dgm:spPr/>
      <dgm:t>
        <a:bodyPr/>
        <a:lstStyle/>
        <a:p>
          <a:r>
            <a:rPr lang="en-US"/>
            <a:t>- prod → microservices</a:t>
          </a:r>
        </a:p>
      </dgm:t>
    </dgm:pt>
    <dgm:pt modelId="{0F6A5DB3-F8FE-4641-8151-AEEE49ACBE56}" type="parTrans" cxnId="{8946EC82-ED44-413A-B4AD-E1A34BC07DE9}">
      <dgm:prSet/>
      <dgm:spPr/>
      <dgm:t>
        <a:bodyPr/>
        <a:lstStyle/>
        <a:p>
          <a:endParaRPr lang="en-US"/>
        </a:p>
      </dgm:t>
    </dgm:pt>
    <dgm:pt modelId="{8B54FE2B-90F7-4A68-9D8A-8AC53CDF5ADD}" type="sibTrans" cxnId="{8946EC82-ED44-413A-B4AD-E1A34BC07DE9}">
      <dgm:prSet/>
      <dgm:spPr/>
      <dgm:t>
        <a:bodyPr/>
        <a:lstStyle/>
        <a:p>
          <a:endParaRPr lang="en-US"/>
        </a:p>
      </dgm:t>
    </dgm:pt>
    <dgm:pt modelId="{D8D2288B-59E6-432B-A8ED-00259CE2F039}">
      <dgm:prSet/>
      <dgm:spPr/>
      <dgm:t>
        <a:bodyPr/>
        <a:lstStyle/>
        <a:p>
          <a:r>
            <a:rPr lang="en-US"/>
            <a:t>✅ Zero code change</a:t>
          </a:r>
        </a:p>
      </dgm:t>
    </dgm:pt>
    <dgm:pt modelId="{0D25365D-63B4-454A-973A-83DD3365679A}" type="parTrans" cxnId="{C37B1B84-2ED8-4476-8064-50E2A7A7FF16}">
      <dgm:prSet/>
      <dgm:spPr/>
      <dgm:t>
        <a:bodyPr/>
        <a:lstStyle/>
        <a:p>
          <a:endParaRPr lang="en-US"/>
        </a:p>
      </dgm:t>
    </dgm:pt>
    <dgm:pt modelId="{C8C45398-3E90-4AE1-B9BA-4A744B48910D}" type="sibTrans" cxnId="{C37B1B84-2ED8-4476-8064-50E2A7A7FF16}">
      <dgm:prSet/>
      <dgm:spPr/>
      <dgm:t>
        <a:bodyPr/>
        <a:lstStyle/>
        <a:p>
          <a:endParaRPr lang="en-US"/>
        </a:p>
      </dgm:t>
    </dgm:pt>
    <dgm:pt modelId="{6DB3543F-925B-47C3-A35D-8C44B26D402D}" type="pres">
      <dgm:prSet presAssocID="{05B048EB-AA74-4F3E-B539-47CB97D6740F}" presName="outerComposite" presStyleCnt="0">
        <dgm:presLayoutVars>
          <dgm:chMax val="5"/>
          <dgm:dir/>
          <dgm:resizeHandles val="exact"/>
        </dgm:presLayoutVars>
      </dgm:prSet>
      <dgm:spPr/>
    </dgm:pt>
    <dgm:pt modelId="{09622A9F-28FE-4486-BA48-88C5A508A4D1}" type="pres">
      <dgm:prSet presAssocID="{05B048EB-AA74-4F3E-B539-47CB97D6740F}" presName="dummyMaxCanvas" presStyleCnt="0">
        <dgm:presLayoutVars/>
      </dgm:prSet>
      <dgm:spPr/>
    </dgm:pt>
    <dgm:pt modelId="{84F28B85-BFE6-46B8-AA28-A57D5CC907D2}" type="pres">
      <dgm:prSet presAssocID="{05B048EB-AA74-4F3E-B539-47CB97D6740F}" presName="FiveNodes_1" presStyleLbl="node1" presStyleIdx="0" presStyleCnt="5">
        <dgm:presLayoutVars>
          <dgm:bulletEnabled val="1"/>
        </dgm:presLayoutVars>
      </dgm:prSet>
      <dgm:spPr/>
    </dgm:pt>
    <dgm:pt modelId="{C9520C07-1719-4892-B092-C6A3606B0531}" type="pres">
      <dgm:prSet presAssocID="{05B048EB-AA74-4F3E-B539-47CB97D6740F}" presName="FiveNodes_2" presStyleLbl="node1" presStyleIdx="1" presStyleCnt="5">
        <dgm:presLayoutVars>
          <dgm:bulletEnabled val="1"/>
        </dgm:presLayoutVars>
      </dgm:prSet>
      <dgm:spPr/>
    </dgm:pt>
    <dgm:pt modelId="{C0BBEB32-15C4-487F-B0DA-7E7FABAFF899}" type="pres">
      <dgm:prSet presAssocID="{05B048EB-AA74-4F3E-B539-47CB97D6740F}" presName="FiveNodes_3" presStyleLbl="node1" presStyleIdx="2" presStyleCnt="5">
        <dgm:presLayoutVars>
          <dgm:bulletEnabled val="1"/>
        </dgm:presLayoutVars>
      </dgm:prSet>
      <dgm:spPr/>
    </dgm:pt>
    <dgm:pt modelId="{6CCB37CB-D8D5-428F-8B87-1EB9744D00E8}" type="pres">
      <dgm:prSet presAssocID="{05B048EB-AA74-4F3E-B539-47CB97D6740F}" presName="FiveNodes_4" presStyleLbl="node1" presStyleIdx="3" presStyleCnt="5">
        <dgm:presLayoutVars>
          <dgm:bulletEnabled val="1"/>
        </dgm:presLayoutVars>
      </dgm:prSet>
      <dgm:spPr/>
    </dgm:pt>
    <dgm:pt modelId="{882121D7-9F2D-48C3-AC2A-E0AE34154250}" type="pres">
      <dgm:prSet presAssocID="{05B048EB-AA74-4F3E-B539-47CB97D6740F}" presName="FiveNodes_5" presStyleLbl="node1" presStyleIdx="4" presStyleCnt="5">
        <dgm:presLayoutVars>
          <dgm:bulletEnabled val="1"/>
        </dgm:presLayoutVars>
      </dgm:prSet>
      <dgm:spPr/>
    </dgm:pt>
    <dgm:pt modelId="{452E770B-945C-4577-AD82-13ABB8337F71}" type="pres">
      <dgm:prSet presAssocID="{05B048EB-AA74-4F3E-B539-47CB97D6740F}" presName="FiveConn_1-2" presStyleLbl="fgAccFollowNode1" presStyleIdx="0" presStyleCnt="4">
        <dgm:presLayoutVars>
          <dgm:bulletEnabled val="1"/>
        </dgm:presLayoutVars>
      </dgm:prSet>
      <dgm:spPr/>
    </dgm:pt>
    <dgm:pt modelId="{D84E1929-B4C0-4FCC-9BFB-21732B226AA6}" type="pres">
      <dgm:prSet presAssocID="{05B048EB-AA74-4F3E-B539-47CB97D6740F}" presName="FiveConn_2-3" presStyleLbl="fgAccFollowNode1" presStyleIdx="1" presStyleCnt="4">
        <dgm:presLayoutVars>
          <dgm:bulletEnabled val="1"/>
        </dgm:presLayoutVars>
      </dgm:prSet>
      <dgm:spPr/>
    </dgm:pt>
    <dgm:pt modelId="{F0858E56-9638-43F5-AC9C-6AE9334C340D}" type="pres">
      <dgm:prSet presAssocID="{05B048EB-AA74-4F3E-B539-47CB97D6740F}" presName="FiveConn_3-4" presStyleLbl="fgAccFollowNode1" presStyleIdx="2" presStyleCnt="4">
        <dgm:presLayoutVars>
          <dgm:bulletEnabled val="1"/>
        </dgm:presLayoutVars>
      </dgm:prSet>
      <dgm:spPr/>
    </dgm:pt>
    <dgm:pt modelId="{0855EE89-FCC6-4C0A-9FD0-445E1BEE41C3}" type="pres">
      <dgm:prSet presAssocID="{05B048EB-AA74-4F3E-B539-47CB97D6740F}" presName="FiveConn_4-5" presStyleLbl="fgAccFollowNode1" presStyleIdx="3" presStyleCnt="4">
        <dgm:presLayoutVars>
          <dgm:bulletEnabled val="1"/>
        </dgm:presLayoutVars>
      </dgm:prSet>
      <dgm:spPr/>
    </dgm:pt>
    <dgm:pt modelId="{6CA6DA3E-F358-46D7-8C32-858DAF76D496}" type="pres">
      <dgm:prSet presAssocID="{05B048EB-AA74-4F3E-B539-47CB97D6740F}" presName="FiveNodes_1_text" presStyleLbl="node1" presStyleIdx="4" presStyleCnt="5">
        <dgm:presLayoutVars>
          <dgm:bulletEnabled val="1"/>
        </dgm:presLayoutVars>
      </dgm:prSet>
      <dgm:spPr/>
    </dgm:pt>
    <dgm:pt modelId="{7E651839-96D5-4302-A79A-32BB11F931CC}" type="pres">
      <dgm:prSet presAssocID="{05B048EB-AA74-4F3E-B539-47CB97D6740F}" presName="FiveNodes_2_text" presStyleLbl="node1" presStyleIdx="4" presStyleCnt="5">
        <dgm:presLayoutVars>
          <dgm:bulletEnabled val="1"/>
        </dgm:presLayoutVars>
      </dgm:prSet>
      <dgm:spPr/>
    </dgm:pt>
    <dgm:pt modelId="{93AEEEB7-69E6-422B-90FF-463EB55E01AC}" type="pres">
      <dgm:prSet presAssocID="{05B048EB-AA74-4F3E-B539-47CB97D6740F}" presName="FiveNodes_3_text" presStyleLbl="node1" presStyleIdx="4" presStyleCnt="5">
        <dgm:presLayoutVars>
          <dgm:bulletEnabled val="1"/>
        </dgm:presLayoutVars>
      </dgm:prSet>
      <dgm:spPr/>
    </dgm:pt>
    <dgm:pt modelId="{58EA87CD-5CAC-4F0A-8C05-F582BB744EEB}" type="pres">
      <dgm:prSet presAssocID="{05B048EB-AA74-4F3E-B539-47CB97D6740F}" presName="FiveNodes_4_text" presStyleLbl="node1" presStyleIdx="4" presStyleCnt="5">
        <dgm:presLayoutVars>
          <dgm:bulletEnabled val="1"/>
        </dgm:presLayoutVars>
      </dgm:prSet>
      <dgm:spPr/>
    </dgm:pt>
    <dgm:pt modelId="{39C032A2-1181-4D23-9B66-7C038627EEA7}" type="pres">
      <dgm:prSet presAssocID="{05B048EB-AA74-4F3E-B539-47CB97D6740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9A91005-2090-4B1A-B874-A3D03EBCEC07}" srcId="{05B048EB-AA74-4F3E-B539-47CB97D6740F}" destId="{4730F422-9BED-400B-816E-D2E88261D3A6}" srcOrd="0" destOrd="0" parTransId="{87342A50-57AD-4006-B510-D39B1B445AFB}" sibTransId="{947EA5EC-B2B6-4AE9-B019-FC00FD9D0109}"/>
    <dgm:cxn modelId="{BC8CC123-2CDB-4B05-A768-633D40BCFA20}" type="presOf" srcId="{05B048EB-AA74-4F3E-B539-47CB97D6740F}" destId="{6DB3543F-925B-47C3-A35D-8C44B26D402D}" srcOrd="0" destOrd="0" presId="urn:microsoft.com/office/officeart/2005/8/layout/vProcess5"/>
    <dgm:cxn modelId="{B1819D26-A8E7-4BA8-B2DB-E01286FB1952}" type="presOf" srcId="{F83B0C55-F5A1-4B97-8043-DCB1C3FD1877}" destId="{93AEEEB7-69E6-422B-90FF-463EB55E01AC}" srcOrd="1" destOrd="0" presId="urn:microsoft.com/office/officeart/2005/8/layout/vProcess5"/>
    <dgm:cxn modelId="{72D2C82E-C895-449A-824F-601201D84C30}" type="presOf" srcId="{8B54FE2B-90F7-4A68-9D8A-8AC53CDF5ADD}" destId="{0855EE89-FCC6-4C0A-9FD0-445E1BEE41C3}" srcOrd="0" destOrd="0" presId="urn:microsoft.com/office/officeart/2005/8/layout/vProcess5"/>
    <dgm:cxn modelId="{49433E31-3E85-40FE-B9EB-210D58DEEFC5}" srcId="{05B048EB-AA74-4F3E-B539-47CB97D6740F}" destId="{F83B0C55-F5A1-4B97-8043-DCB1C3FD1877}" srcOrd="2" destOrd="0" parTransId="{F990E84F-B3F3-4B35-8FB9-A8464E477522}" sibTransId="{954046AD-477B-4C03-A08D-33BFE1F61384}"/>
    <dgm:cxn modelId="{720D8138-DDBF-4C6E-97C9-3D2A392680C0}" type="presOf" srcId="{4730F422-9BED-400B-816E-D2E88261D3A6}" destId="{6CA6DA3E-F358-46D7-8C32-858DAF76D496}" srcOrd="1" destOrd="0" presId="urn:microsoft.com/office/officeart/2005/8/layout/vProcess5"/>
    <dgm:cxn modelId="{1D46E53D-4FBB-442A-AAF2-697790FE8F71}" type="presOf" srcId="{D23F2F64-7B67-4561-B360-FE120E7F5136}" destId="{C9520C07-1719-4892-B092-C6A3606B0531}" srcOrd="0" destOrd="0" presId="urn:microsoft.com/office/officeart/2005/8/layout/vProcess5"/>
    <dgm:cxn modelId="{F482EC45-855F-430B-B0B0-DBB5DDB0F0AD}" type="presOf" srcId="{D8D2288B-59E6-432B-A8ED-00259CE2F039}" destId="{39C032A2-1181-4D23-9B66-7C038627EEA7}" srcOrd="1" destOrd="0" presId="urn:microsoft.com/office/officeart/2005/8/layout/vProcess5"/>
    <dgm:cxn modelId="{04AFAD48-3FB9-46CD-9E2E-24100A520AC5}" type="presOf" srcId="{97C80F80-6458-47C6-BEF8-F6AC45CE2665}" destId="{6CCB37CB-D8D5-428F-8B87-1EB9744D00E8}" srcOrd="0" destOrd="0" presId="urn:microsoft.com/office/officeart/2005/8/layout/vProcess5"/>
    <dgm:cxn modelId="{F9FDE869-32AA-4515-A805-2D0FAA140503}" type="presOf" srcId="{947EA5EC-B2B6-4AE9-B019-FC00FD9D0109}" destId="{452E770B-945C-4577-AD82-13ABB8337F71}" srcOrd="0" destOrd="0" presId="urn:microsoft.com/office/officeart/2005/8/layout/vProcess5"/>
    <dgm:cxn modelId="{C6BE137D-E1E6-46BE-8AE8-9B83A53B45F6}" type="presOf" srcId="{954046AD-477B-4C03-A08D-33BFE1F61384}" destId="{F0858E56-9638-43F5-AC9C-6AE9334C340D}" srcOrd="0" destOrd="0" presId="urn:microsoft.com/office/officeart/2005/8/layout/vProcess5"/>
    <dgm:cxn modelId="{8946EC82-ED44-413A-B4AD-E1A34BC07DE9}" srcId="{05B048EB-AA74-4F3E-B539-47CB97D6740F}" destId="{97C80F80-6458-47C6-BEF8-F6AC45CE2665}" srcOrd="3" destOrd="0" parTransId="{0F6A5DB3-F8FE-4641-8151-AEEE49ACBE56}" sibTransId="{8B54FE2B-90F7-4A68-9D8A-8AC53CDF5ADD}"/>
    <dgm:cxn modelId="{C37B1B84-2ED8-4476-8064-50E2A7A7FF16}" srcId="{05B048EB-AA74-4F3E-B539-47CB97D6740F}" destId="{D8D2288B-59E6-432B-A8ED-00259CE2F039}" srcOrd="4" destOrd="0" parTransId="{0D25365D-63B4-454A-973A-83DD3365679A}" sibTransId="{C8C45398-3E90-4AE1-B9BA-4A744B48910D}"/>
    <dgm:cxn modelId="{4B61A985-C7A7-43D3-B128-92B172BBC339}" srcId="{05B048EB-AA74-4F3E-B539-47CB97D6740F}" destId="{D23F2F64-7B67-4561-B360-FE120E7F5136}" srcOrd="1" destOrd="0" parTransId="{67AFD341-26DE-4502-A7A8-E06C382CD4D2}" sibTransId="{0047F095-7C95-48D0-BD69-4931C7200641}"/>
    <dgm:cxn modelId="{B355F188-E0A5-4D75-957E-FC119A18D65E}" type="presOf" srcId="{F83B0C55-F5A1-4B97-8043-DCB1C3FD1877}" destId="{C0BBEB32-15C4-487F-B0DA-7E7FABAFF899}" srcOrd="0" destOrd="0" presId="urn:microsoft.com/office/officeart/2005/8/layout/vProcess5"/>
    <dgm:cxn modelId="{3FA8878C-8909-4E52-81C9-7C3AB0C384BA}" type="presOf" srcId="{4730F422-9BED-400B-816E-D2E88261D3A6}" destId="{84F28B85-BFE6-46B8-AA28-A57D5CC907D2}" srcOrd="0" destOrd="0" presId="urn:microsoft.com/office/officeart/2005/8/layout/vProcess5"/>
    <dgm:cxn modelId="{FD9DB8A3-5E3A-44D1-AAB7-AD3F822E5E79}" type="presOf" srcId="{D8D2288B-59E6-432B-A8ED-00259CE2F039}" destId="{882121D7-9F2D-48C3-AC2A-E0AE34154250}" srcOrd="0" destOrd="0" presId="urn:microsoft.com/office/officeart/2005/8/layout/vProcess5"/>
    <dgm:cxn modelId="{89E123B9-1737-4337-8D65-CF557B5BE282}" type="presOf" srcId="{0047F095-7C95-48D0-BD69-4931C7200641}" destId="{D84E1929-B4C0-4FCC-9BFB-21732B226AA6}" srcOrd="0" destOrd="0" presId="urn:microsoft.com/office/officeart/2005/8/layout/vProcess5"/>
    <dgm:cxn modelId="{29635CE5-2CB2-4FA7-8B5B-88DB55101E9E}" type="presOf" srcId="{97C80F80-6458-47C6-BEF8-F6AC45CE2665}" destId="{58EA87CD-5CAC-4F0A-8C05-F582BB744EEB}" srcOrd="1" destOrd="0" presId="urn:microsoft.com/office/officeart/2005/8/layout/vProcess5"/>
    <dgm:cxn modelId="{D9D304F2-A46D-4C62-8EAA-4CA980700EF8}" type="presOf" srcId="{D23F2F64-7B67-4561-B360-FE120E7F5136}" destId="{7E651839-96D5-4302-A79A-32BB11F931CC}" srcOrd="1" destOrd="0" presId="urn:microsoft.com/office/officeart/2005/8/layout/vProcess5"/>
    <dgm:cxn modelId="{0B9AFF36-E066-4447-A114-E142617AEB0A}" type="presParOf" srcId="{6DB3543F-925B-47C3-A35D-8C44B26D402D}" destId="{09622A9F-28FE-4486-BA48-88C5A508A4D1}" srcOrd="0" destOrd="0" presId="urn:microsoft.com/office/officeart/2005/8/layout/vProcess5"/>
    <dgm:cxn modelId="{D747B6A8-CA80-49F1-8D36-09D7ADFF23F1}" type="presParOf" srcId="{6DB3543F-925B-47C3-A35D-8C44B26D402D}" destId="{84F28B85-BFE6-46B8-AA28-A57D5CC907D2}" srcOrd="1" destOrd="0" presId="urn:microsoft.com/office/officeart/2005/8/layout/vProcess5"/>
    <dgm:cxn modelId="{0614A32F-AD0F-4305-98A4-9FD20743218F}" type="presParOf" srcId="{6DB3543F-925B-47C3-A35D-8C44B26D402D}" destId="{C9520C07-1719-4892-B092-C6A3606B0531}" srcOrd="2" destOrd="0" presId="urn:microsoft.com/office/officeart/2005/8/layout/vProcess5"/>
    <dgm:cxn modelId="{870EFB9D-0F81-488F-B3FE-E367DA084AAD}" type="presParOf" srcId="{6DB3543F-925B-47C3-A35D-8C44B26D402D}" destId="{C0BBEB32-15C4-487F-B0DA-7E7FABAFF899}" srcOrd="3" destOrd="0" presId="urn:microsoft.com/office/officeart/2005/8/layout/vProcess5"/>
    <dgm:cxn modelId="{8D1306D2-42F5-4C98-8B15-4F50517D461A}" type="presParOf" srcId="{6DB3543F-925B-47C3-A35D-8C44B26D402D}" destId="{6CCB37CB-D8D5-428F-8B87-1EB9744D00E8}" srcOrd="4" destOrd="0" presId="urn:microsoft.com/office/officeart/2005/8/layout/vProcess5"/>
    <dgm:cxn modelId="{3ED5E6A4-00B4-4C5D-A965-51DA187481B9}" type="presParOf" srcId="{6DB3543F-925B-47C3-A35D-8C44B26D402D}" destId="{882121D7-9F2D-48C3-AC2A-E0AE34154250}" srcOrd="5" destOrd="0" presId="urn:microsoft.com/office/officeart/2005/8/layout/vProcess5"/>
    <dgm:cxn modelId="{87931E02-6A65-4E1E-8CFD-896F09E91250}" type="presParOf" srcId="{6DB3543F-925B-47C3-A35D-8C44B26D402D}" destId="{452E770B-945C-4577-AD82-13ABB8337F71}" srcOrd="6" destOrd="0" presId="urn:microsoft.com/office/officeart/2005/8/layout/vProcess5"/>
    <dgm:cxn modelId="{818D60AD-974D-4B5F-A170-D59C74E064A6}" type="presParOf" srcId="{6DB3543F-925B-47C3-A35D-8C44B26D402D}" destId="{D84E1929-B4C0-4FCC-9BFB-21732B226AA6}" srcOrd="7" destOrd="0" presId="urn:microsoft.com/office/officeart/2005/8/layout/vProcess5"/>
    <dgm:cxn modelId="{90391AE5-3FE0-41EC-A5CC-2F4E73BDEE43}" type="presParOf" srcId="{6DB3543F-925B-47C3-A35D-8C44B26D402D}" destId="{F0858E56-9638-43F5-AC9C-6AE9334C340D}" srcOrd="8" destOrd="0" presId="urn:microsoft.com/office/officeart/2005/8/layout/vProcess5"/>
    <dgm:cxn modelId="{C19E07EB-EFD3-47AD-93EF-D8CE08A2AC7C}" type="presParOf" srcId="{6DB3543F-925B-47C3-A35D-8C44B26D402D}" destId="{0855EE89-FCC6-4C0A-9FD0-445E1BEE41C3}" srcOrd="9" destOrd="0" presId="urn:microsoft.com/office/officeart/2005/8/layout/vProcess5"/>
    <dgm:cxn modelId="{E1868950-D426-41E8-B95F-DDC62F0F4769}" type="presParOf" srcId="{6DB3543F-925B-47C3-A35D-8C44B26D402D}" destId="{6CA6DA3E-F358-46D7-8C32-858DAF76D496}" srcOrd="10" destOrd="0" presId="urn:microsoft.com/office/officeart/2005/8/layout/vProcess5"/>
    <dgm:cxn modelId="{37DFC819-A3CC-4B4D-A6C1-F1145F75E05D}" type="presParOf" srcId="{6DB3543F-925B-47C3-A35D-8C44B26D402D}" destId="{7E651839-96D5-4302-A79A-32BB11F931CC}" srcOrd="11" destOrd="0" presId="urn:microsoft.com/office/officeart/2005/8/layout/vProcess5"/>
    <dgm:cxn modelId="{76FDAE15-5F11-44C9-B8D5-CCDFF1597766}" type="presParOf" srcId="{6DB3543F-925B-47C3-A35D-8C44B26D402D}" destId="{93AEEEB7-69E6-422B-90FF-463EB55E01AC}" srcOrd="12" destOrd="0" presId="urn:microsoft.com/office/officeart/2005/8/layout/vProcess5"/>
    <dgm:cxn modelId="{A5D5D68B-3EBD-40EF-859C-4AB929A4B752}" type="presParOf" srcId="{6DB3543F-925B-47C3-A35D-8C44B26D402D}" destId="{58EA87CD-5CAC-4F0A-8C05-F582BB744EEB}" srcOrd="13" destOrd="0" presId="urn:microsoft.com/office/officeart/2005/8/layout/vProcess5"/>
    <dgm:cxn modelId="{992C5D35-9659-4E08-82D8-35449416A111}" type="presParOf" srcId="{6DB3543F-925B-47C3-A35D-8C44B26D402D}" destId="{39C032A2-1181-4D23-9B66-7C038627EEA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A6E1D1-0D8A-40C4-B91A-E3E4CF34C55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C1A40E-A0C9-4F8F-88C9-359C8981BB00}">
      <dgm:prSet/>
      <dgm:spPr/>
      <dgm:t>
        <a:bodyPr/>
        <a:lstStyle/>
        <a:p>
          <a:r>
            <a:rPr lang="en-US"/>
            <a:t>✅ No manual wiring  </a:t>
          </a:r>
        </a:p>
      </dgm:t>
    </dgm:pt>
    <dgm:pt modelId="{B24AAE2B-0D56-4954-89B7-98AED5686C51}" type="parTrans" cxnId="{BC8B5543-87F2-47BC-AD75-6DB071CFEFB6}">
      <dgm:prSet/>
      <dgm:spPr/>
      <dgm:t>
        <a:bodyPr/>
        <a:lstStyle/>
        <a:p>
          <a:endParaRPr lang="en-US"/>
        </a:p>
      </dgm:t>
    </dgm:pt>
    <dgm:pt modelId="{DE254757-3285-49BC-BD92-8E1F7DF7F87C}" type="sibTrans" cxnId="{BC8B5543-87F2-47BC-AD75-6DB071CFEFB6}">
      <dgm:prSet/>
      <dgm:spPr/>
      <dgm:t>
        <a:bodyPr/>
        <a:lstStyle/>
        <a:p>
          <a:endParaRPr lang="en-US"/>
        </a:p>
      </dgm:t>
    </dgm:pt>
    <dgm:pt modelId="{44F56E65-A40C-4AD8-B2BA-FA08BA7F7713}">
      <dgm:prSet/>
      <dgm:spPr/>
      <dgm:t>
        <a:bodyPr/>
        <a:lstStyle/>
        <a:p>
          <a:r>
            <a:rPr lang="en-US"/>
            <a:t>✅ Framework resolves dependencies automatically  </a:t>
          </a:r>
        </a:p>
      </dgm:t>
    </dgm:pt>
    <dgm:pt modelId="{D7FA4E73-B6EF-4D55-BB3A-D4D56C0F9DF2}" type="parTrans" cxnId="{7F7D2EF3-93A5-4E33-ACCC-D527E6C837BC}">
      <dgm:prSet/>
      <dgm:spPr/>
      <dgm:t>
        <a:bodyPr/>
        <a:lstStyle/>
        <a:p>
          <a:endParaRPr lang="en-US"/>
        </a:p>
      </dgm:t>
    </dgm:pt>
    <dgm:pt modelId="{19ED55DA-99E9-4C99-8FC0-04C7A4AE1117}" type="sibTrans" cxnId="{7F7D2EF3-93A5-4E33-ACCC-D527E6C837BC}">
      <dgm:prSet/>
      <dgm:spPr/>
      <dgm:t>
        <a:bodyPr/>
        <a:lstStyle/>
        <a:p>
          <a:endParaRPr lang="en-US"/>
        </a:p>
      </dgm:t>
    </dgm:pt>
    <dgm:pt modelId="{CE8CCCC5-467F-4F29-A948-4C25A4F76C6B}">
      <dgm:prSet/>
      <dgm:spPr/>
      <dgm:t>
        <a:bodyPr/>
        <a:lstStyle/>
        <a:p>
          <a:r>
            <a:rPr lang="en-US"/>
            <a:t>✅ Lazy load = fast startup &amp; low memory</a:t>
          </a:r>
        </a:p>
      </dgm:t>
    </dgm:pt>
    <dgm:pt modelId="{D8532482-FEE3-4D5B-A7C2-FB5D7C85F801}" type="parTrans" cxnId="{8B2116BD-4CE9-4B8C-A76E-8CEB98860472}">
      <dgm:prSet/>
      <dgm:spPr/>
      <dgm:t>
        <a:bodyPr/>
        <a:lstStyle/>
        <a:p>
          <a:endParaRPr lang="en-US"/>
        </a:p>
      </dgm:t>
    </dgm:pt>
    <dgm:pt modelId="{E9760F02-3999-4F93-A531-1C2E4B95F649}" type="sibTrans" cxnId="{8B2116BD-4CE9-4B8C-A76E-8CEB98860472}">
      <dgm:prSet/>
      <dgm:spPr/>
      <dgm:t>
        <a:bodyPr/>
        <a:lstStyle/>
        <a:p>
          <a:endParaRPr lang="en-US"/>
        </a:p>
      </dgm:t>
    </dgm:pt>
    <dgm:pt modelId="{4E4A9BE6-9A17-4A6E-94C4-DEEB1551E7F2}" type="pres">
      <dgm:prSet presAssocID="{18A6E1D1-0D8A-40C4-B91A-E3E4CF34C55F}" presName="outerComposite" presStyleCnt="0">
        <dgm:presLayoutVars>
          <dgm:chMax val="5"/>
          <dgm:dir/>
          <dgm:resizeHandles val="exact"/>
        </dgm:presLayoutVars>
      </dgm:prSet>
      <dgm:spPr/>
    </dgm:pt>
    <dgm:pt modelId="{2D90F171-0CB0-4A53-BA09-258A9CB5EDD2}" type="pres">
      <dgm:prSet presAssocID="{18A6E1D1-0D8A-40C4-B91A-E3E4CF34C55F}" presName="dummyMaxCanvas" presStyleCnt="0">
        <dgm:presLayoutVars/>
      </dgm:prSet>
      <dgm:spPr/>
    </dgm:pt>
    <dgm:pt modelId="{FDECE0B8-E2DC-4F61-A374-F3C24AEA9876}" type="pres">
      <dgm:prSet presAssocID="{18A6E1D1-0D8A-40C4-B91A-E3E4CF34C55F}" presName="ThreeNodes_1" presStyleLbl="node1" presStyleIdx="0" presStyleCnt="3">
        <dgm:presLayoutVars>
          <dgm:bulletEnabled val="1"/>
        </dgm:presLayoutVars>
      </dgm:prSet>
      <dgm:spPr/>
    </dgm:pt>
    <dgm:pt modelId="{3A023712-1535-4E57-870A-6F45D4A142C1}" type="pres">
      <dgm:prSet presAssocID="{18A6E1D1-0D8A-40C4-B91A-E3E4CF34C55F}" presName="ThreeNodes_2" presStyleLbl="node1" presStyleIdx="1" presStyleCnt="3">
        <dgm:presLayoutVars>
          <dgm:bulletEnabled val="1"/>
        </dgm:presLayoutVars>
      </dgm:prSet>
      <dgm:spPr/>
    </dgm:pt>
    <dgm:pt modelId="{C206D0A9-0776-4298-B9E9-C668669378E9}" type="pres">
      <dgm:prSet presAssocID="{18A6E1D1-0D8A-40C4-B91A-E3E4CF34C55F}" presName="ThreeNodes_3" presStyleLbl="node1" presStyleIdx="2" presStyleCnt="3">
        <dgm:presLayoutVars>
          <dgm:bulletEnabled val="1"/>
        </dgm:presLayoutVars>
      </dgm:prSet>
      <dgm:spPr/>
    </dgm:pt>
    <dgm:pt modelId="{8776D964-9A10-45F9-B89B-27EB89443521}" type="pres">
      <dgm:prSet presAssocID="{18A6E1D1-0D8A-40C4-B91A-E3E4CF34C55F}" presName="ThreeConn_1-2" presStyleLbl="fgAccFollowNode1" presStyleIdx="0" presStyleCnt="2">
        <dgm:presLayoutVars>
          <dgm:bulletEnabled val="1"/>
        </dgm:presLayoutVars>
      </dgm:prSet>
      <dgm:spPr/>
    </dgm:pt>
    <dgm:pt modelId="{A468A5C3-1358-4AB1-A4B0-1DCC9BC6FE2F}" type="pres">
      <dgm:prSet presAssocID="{18A6E1D1-0D8A-40C4-B91A-E3E4CF34C55F}" presName="ThreeConn_2-3" presStyleLbl="fgAccFollowNode1" presStyleIdx="1" presStyleCnt="2">
        <dgm:presLayoutVars>
          <dgm:bulletEnabled val="1"/>
        </dgm:presLayoutVars>
      </dgm:prSet>
      <dgm:spPr/>
    </dgm:pt>
    <dgm:pt modelId="{F66AC57D-E163-42DB-87AC-3FD6C7266C94}" type="pres">
      <dgm:prSet presAssocID="{18A6E1D1-0D8A-40C4-B91A-E3E4CF34C55F}" presName="ThreeNodes_1_text" presStyleLbl="node1" presStyleIdx="2" presStyleCnt="3">
        <dgm:presLayoutVars>
          <dgm:bulletEnabled val="1"/>
        </dgm:presLayoutVars>
      </dgm:prSet>
      <dgm:spPr/>
    </dgm:pt>
    <dgm:pt modelId="{FA19193F-32BB-48B0-B416-9D7E6D95EC54}" type="pres">
      <dgm:prSet presAssocID="{18A6E1D1-0D8A-40C4-B91A-E3E4CF34C55F}" presName="ThreeNodes_2_text" presStyleLbl="node1" presStyleIdx="2" presStyleCnt="3">
        <dgm:presLayoutVars>
          <dgm:bulletEnabled val="1"/>
        </dgm:presLayoutVars>
      </dgm:prSet>
      <dgm:spPr/>
    </dgm:pt>
    <dgm:pt modelId="{9C4ED6FB-2003-492A-A4BC-F1F8CEC1F50A}" type="pres">
      <dgm:prSet presAssocID="{18A6E1D1-0D8A-40C4-B91A-E3E4CF34C55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44EB63E-D0B4-4501-8361-C9C592F2DD00}" type="presOf" srcId="{44F56E65-A40C-4AD8-B2BA-FA08BA7F7713}" destId="{3A023712-1535-4E57-870A-6F45D4A142C1}" srcOrd="0" destOrd="0" presId="urn:microsoft.com/office/officeart/2005/8/layout/vProcess5"/>
    <dgm:cxn modelId="{1ACA8B3F-5C09-4F80-8527-A38397396BA7}" type="presOf" srcId="{44F56E65-A40C-4AD8-B2BA-FA08BA7F7713}" destId="{FA19193F-32BB-48B0-B416-9D7E6D95EC54}" srcOrd="1" destOrd="0" presId="urn:microsoft.com/office/officeart/2005/8/layout/vProcess5"/>
    <dgm:cxn modelId="{BC8B5543-87F2-47BC-AD75-6DB071CFEFB6}" srcId="{18A6E1D1-0D8A-40C4-B91A-E3E4CF34C55F}" destId="{4CC1A40E-A0C9-4F8F-88C9-359C8981BB00}" srcOrd="0" destOrd="0" parTransId="{B24AAE2B-0D56-4954-89B7-98AED5686C51}" sibTransId="{DE254757-3285-49BC-BD92-8E1F7DF7F87C}"/>
    <dgm:cxn modelId="{96463955-143D-4541-ADCE-10DC3C13292B}" type="presOf" srcId="{19ED55DA-99E9-4C99-8FC0-04C7A4AE1117}" destId="{A468A5C3-1358-4AB1-A4B0-1DCC9BC6FE2F}" srcOrd="0" destOrd="0" presId="urn:microsoft.com/office/officeart/2005/8/layout/vProcess5"/>
    <dgm:cxn modelId="{348EF877-9936-4AB7-98A8-1AFA3DF27247}" type="presOf" srcId="{4CC1A40E-A0C9-4F8F-88C9-359C8981BB00}" destId="{F66AC57D-E163-42DB-87AC-3FD6C7266C94}" srcOrd="1" destOrd="0" presId="urn:microsoft.com/office/officeart/2005/8/layout/vProcess5"/>
    <dgm:cxn modelId="{9FFCF77B-F425-4A1C-A5D2-0624B579ECD6}" type="presOf" srcId="{DE254757-3285-49BC-BD92-8E1F7DF7F87C}" destId="{8776D964-9A10-45F9-B89B-27EB89443521}" srcOrd="0" destOrd="0" presId="urn:microsoft.com/office/officeart/2005/8/layout/vProcess5"/>
    <dgm:cxn modelId="{07E6CA8C-2A78-4971-A473-2817D1CDF22D}" type="presOf" srcId="{CE8CCCC5-467F-4F29-A948-4C25A4F76C6B}" destId="{9C4ED6FB-2003-492A-A4BC-F1F8CEC1F50A}" srcOrd="1" destOrd="0" presId="urn:microsoft.com/office/officeart/2005/8/layout/vProcess5"/>
    <dgm:cxn modelId="{D7FCEA9A-0180-4D3C-BA3C-4D70A1CD396C}" type="presOf" srcId="{CE8CCCC5-467F-4F29-A948-4C25A4F76C6B}" destId="{C206D0A9-0776-4298-B9E9-C668669378E9}" srcOrd="0" destOrd="0" presId="urn:microsoft.com/office/officeart/2005/8/layout/vProcess5"/>
    <dgm:cxn modelId="{DC1381B3-E910-456B-9B4D-306E2C717BD9}" type="presOf" srcId="{18A6E1D1-0D8A-40C4-B91A-E3E4CF34C55F}" destId="{4E4A9BE6-9A17-4A6E-94C4-DEEB1551E7F2}" srcOrd="0" destOrd="0" presId="urn:microsoft.com/office/officeart/2005/8/layout/vProcess5"/>
    <dgm:cxn modelId="{8B2116BD-4CE9-4B8C-A76E-8CEB98860472}" srcId="{18A6E1D1-0D8A-40C4-B91A-E3E4CF34C55F}" destId="{CE8CCCC5-467F-4F29-A948-4C25A4F76C6B}" srcOrd="2" destOrd="0" parTransId="{D8532482-FEE3-4D5B-A7C2-FB5D7C85F801}" sibTransId="{E9760F02-3999-4F93-A531-1C2E4B95F649}"/>
    <dgm:cxn modelId="{7F7D2EF3-93A5-4E33-ACCC-D527E6C837BC}" srcId="{18A6E1D1-0D8A-40C4-B91A-E3E4CF34C55F}" destId="{44F56E65-A40C-4AD8-B2BA-FA08BA7F7713}" srcOrd="1" destOrd="0" parTransId="{D7FA4E73-B6EF-4D55-BB3A-D4D56C0F9DF2}" sibTransId="{19ED55DA-99E9-4C99-8FC0-04C7A4AE1117}"/>
    <dgm:cxn modelId="{6A29C8F3-F1EC-4550-A5D8-52CAA00A1F5C}" type="presOf" srcId="{4CC1A40E-A0C9-4F8F-88C9-359C8981BB00}" destId="{FDECE0B8-E2DC-4F61-A374-F3C24AEA9876}" srcOrd="0" destOrd="0" presId="urn:microsoft.com/office/officeart/2005/8/layout/vProcess5"/>
    <dgm:cxn modelId="{0A7AE117-DA29-4639-AD33-A8FD93B7D263}" type="presParOf" srcId="{4E4A9BE6-9A17-4A6E-94C4-DEEB1551E7F2}" destId="{2D90F171-0CB0-4A53-BA09-258A9CB5EDD2}" srcOrd="0" destOrd="0" presId="urn:microsoft.com/office/officeart/2005/8/layout/vProcess5"/>
    <dgm:cxn modelId="{3293827F-ADA2-475F-A9FD-5C54B9BBFE32}" type="presParOf" srcId="{4E4A9BE6-9A17-4A6E-94C4-DEEB1551E7F2}" destId="{FDECE0B8-E2DC-4F61-A374-F3C24AEA9876}" srcOrd="1" destOrd="0" presId="urn:microsoft.com/office/officeart/2005/8/layout/vProcess5"/>
    <dgm:cxn modelId="{9D069F1B-886D-4E48-8F77-0260A28966C4}" type="presParOf" srcId="{4E4A9BE6-9A17-4A6E-94C4-DEEB1551E7F2}" destId="{3A023712-1535-4E57-870A-6F45D4A142C1}" srcOrd="2" destOrd="0" presId="urn:microsoft.com/office/officeart/2005/8/layout/vProcess5"/>
    <dgm:cxn modelId="{74EECA19-D673-48D4-A6C2-12701A84DC5D}" type="presParOf" srcId="{4E4A9BE6-9A17-4A6E-94C4-DEEB1551E7F2}" destId="{C206D0A9-0776-4298-B9E9-C668669378E9}" srcOrd="3" destOrd="0" presId="urn:microsoft.com/office/officeart/2005/8/layout/vProcess5"/>
    <dgm:cxn modelId="{C359A533-05DD-45B8-9AE2-D8F7C254D21A}" type="presParOf" srcId="{4E4A9BE6-9A17-4A6E-94C4-DEEB1551E7F2}" destId="{8776D964-9A10-45F9-B89B-27EB89443521}" srcOrd="4" destOrd="0" presId="urn:microsoft.com/office/officeart/2005/8/layout/vProcess5"/>
    <dgm:cxn modelId="{DAD97585-F4A4-424C-9082-7E73E9CA9531}" type="presParOf" srcId="{4E4A9BE6-9A17-4A6E-94C4-DEEB1551E7F2}" destId="{A468A5C3-1358-4AB1-A4B0-1DCC9BC6FE2F}" srcOrd="5" destOrd="0" presId="urn:microsoft.com/office/officeart/2005/8/layout/vProcess5"/>
    <dgm:cxn modelId="{EF0F45EE-BE48-4AC2-9E7F-EA815F546D12}" type="presParOf" srcId="{4E4A9BE6-9A17-4A6E-94C4-DEEB1551E7F2}" destId="{F66AC57D-E163-42DB-87AC-3FD6C7266C94}" srcOrd="6" destOrd="0" presId="urn:microsoft.com/office/officeart/2005/8/layout/vProcess5"/>
    <dgm:cxn modelId="{6E3D8EB0-6817-4AA7-B160-C337DE8274CD}" type="presParOf" srcId="{4E4A9BE6-9A17-4A6E-94C4-DEEB1551E7F2}" destId="{FA19193F-32BB-48B0-B416-9D7E6D95EC54}" srcOrd="7" destOrd="0" presId="urn:microsoft.com/office/officeart/2005/8/layout/vProcess5"/>
    <dgm:cxn modelId="{726C4618-2DC3-4706-8A60-F398F8AFE403}" type="presParOf" srcId="{4E4A9BE6-9A17-4A6E-94C4-DEEB1551E7F2}" destId="{9C4ED6FB-2003-492A-A4BC-F1F8CEC1F50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936DCA-2AEF-45BD-AE74-D62FEB4C76C2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711C81B-A38C-4FFB-BF80-5DA2D16A7DF0}">
      <dgm:prSet/>
      <dgm:spPr/>
      <dgm:t>
        <a:bodyPr/>
        <a:lstStyle/>
        <a:p>
          <a:r>
            <a:rPr lang="en-US"/>
            <a:t>Not just a router — a business application framework!  </a:t>
          </a:r>
        </a:p>
      </dgm:t>
    </dgm:pt>
    <dgm:pt modelId="{EB8B4649-CDC0-454A-A408-924F3CA065B0}" type="parTrans" cxnId="{0C107571-7F02-4524-A072-176EDB68F688}">
      <dgm:prSet/>
      <dgm:spPr/>
      <dgm:t>
        <a:bodyPr/>
        <a:lstStyle/>
        <a:p>
          <a:endParaRPr lang="en-US"/>
        </a:p>
      </dgm:t>
    </dgm:pt>
    <dgm:pt modelId="{31A1831D-19BE-4E80-A2D4-185153000562}" type="sibTrans" cxnId="{0C107571-7F02-4524-A072-176EDB68F688}">
      <dgm:prSet/>
      <dgm:spPr/>
      <dgm:t>
        <a:bodyPr/>
        <a:lstStyle/>
        <a:p>
          <a:endParaRPr lang="en-US"/>
        </a:p>
      </dgm:t>
    </dgm:pt>
    <dgm:pt modelId="{AF4E9C4F-10BE-466A-86B2-884DFACB584D}">
      <dgm:prSet/>
      <dgm:spPr/>
      <dgm:t>
        <a:bodyPr/>
        <a:lstStyle/>
        <a:p>
          <a:r>
            <a:rPr lang="en-US"/>
            <a:t>✅ Clean architecture  </a:t>
          </a:r>
        </a:p>
      </dgm:t>
    </dgm:pt>
    <dgm:pt modelId="{C0A8BD16-86F0-4ADF-A9C6-AB4D95EB2226}" type="parTrans" cxnId="{651E49E1-4E0B-42B5-84F8-1FBB248D462D}">
      <dgm:prSet/>
      <dgm:spPr/>
      <dgm:t>
        <a:bodyPr/>
        <a:lstStyle/>
        <a:p>
          <a:endParaRPr lang="en-US"/>
        </a:p>
      </dgm:t>
    </dgm:pt>
    <dgm:pt modelId="{112A62D2-215C-4C99-8FF8-65FBEA145320}" type="sibTrans" cxnId="{651E49E1-4E0B-42B5-84F8-1FBB248D462D}">
      <dgm:prSet/>
      <dgm:spPr/>
      <dgm:t>
        <a:bodyPr/>
        <a:lstStyle/>
        <a:p>
          <a:endParaRPr lang="en-US"/>
        </a:p>
      </dgm:t>
    </dgm:pt>
    <dgm:pt modelId="{5B358055-EB90-4FDE-BCFA-D35C8C65BBB2}">
      <dgm:prSet/>
      <dgm:spPr/>
      <dgm:t>
        <a:bodyPr/>
        <a:lstStyle/>
        <a:p>
          <a:r>
            <a:rPr lang="en-US"/>
            <a:t>✅ Built-in DI  </a:t>
          </a:r>
        </a:p>
      </dgm:t>
    </dgm:pt>
    <dgm:pt modelId="{DFAC46D0-DF6F-48F3-AA5E-1425326BCAF1}" type="parTrans" cxnId="{B60AADA5-370B-4701-A6E4-998E9AB5FC2C}">
      <dgm:prSet/>
      <dgm:spPr/>
      <dgm:t>
        <a:bodyPr/>
        <a:lstStyle/>
        <a:p>
          <a:endParaRPr lang="en-US"/>
        </a:p>
      </dgm:t>
    </dgm:pt>
    <dgm:pt modelId="{B21CD151-48C0-486E-B99F-17D73F0A8D7B}" type="sibTrans" cxnId="{B60AADA5-370B-4701-A6E4-998E9AB5FC2C}">
      <dgm:prSet/>
      <dgm:spPr/>
      <dgm:t>
        <a:bodyPr/>
        <a:lstStyle/>
        <a:p>
          <a:endParaRPr lang="en-US"/>
        </a:p>
      </dgm:t>
    </dgm:pt>
    <dgm:pt modelId="{CACA0991-0083-423C-8612-E2294F69194C}">
      <dgm:prSet/>
      <dgm:spPr/>
      <dgm:t>
        <a:bodyPr/>
        <a:lstStyle/>
        <a:p>
          <a:r>
            <a:rPr lang="en-US"/>
            <a:t>✅ Config-driven deployment  </a:t>
          </a:r>
        </a:p>
      </dgm:t>
    </dgm:pt>
    <dgm:pt modelId="{2BAA2E15-A4FC-4B33-AF12-95B0357EB9B6}" type="parTrans" cxnId="{A8E24C38-29FD-46A8-B676-98BD3E9BF987}">
      <dgm:prSet/>
      <dgm:spPr/>
      <dgm:t>
        <a:bodyPr/>
        <a:lstStyle/>
        <a:p>
          <a:endParaRPr lang="en-US"/>
        </a:p>
      </dgm:t>
    </dgm:pt>
    <dgm:pt modelId="{81B907DA-8A61-4CC3-BEE2-266DE32C0EFA}" type="sibTrans" cxnId="{A8E24C38-29FD-46A8-B676-98BD3E9BF987}">
      <dgm:prSet/>
      <dgm:spPr/>
      <dgm:t>
        <a:bodyPr/>
        <a:lstStyle/>
        <a:p>
          <a:endParaRPr lang="en-US"/>
        </a:p>
      </dgm:t>
    </dgm:pt>
    <dgm:pt modelId="{80B7D6C2-923D-4570-9AEE-5E611B93C9E6}">
      <dgm:prSet/>
      <dgm:spPr/>
      <dgm:t>
        <a:bodyPr/>
        <a:lstStyle/>
        <a:p>
          <a:r>
            <a:rPr lang="en-US"/>
            <a:t>✅ Monolith ↔ Microservices with no rewrite</a:t>
          </a:r>
        </a:p>
      </dgm:t>
    </dgm:pt>
    <dgm:pt modelId="{222A4411-AB2F-4E78-AF36-DCA5A4555ADD}" type="parTrans" cxnId="{8635BFB1-0678-48BA-9522-7404B07A0EFA}">
      <dgm:prSet/>
      <dgm:spPr/>
      <dgm:t>
        <a:bodyPr/>
        <a:lstStyle/>
        <a:p>
          <a:endParaRPr lang="en-US"/>
        </a:p>
      </dgm:t>
    </dgm:pt>
    <dgm:pt modelId="{BD01ACE5-AD31-4C55-B344-1D492E38AAEF}" type="sibTrans" cxnId="{8635BFB1-0678-48BA-9522-7404B07A0EFA}">
      <dgm:prSet/>
      <dgm:spPr/>
      <dgm:t>
        <a:bodyPr/>
        <a:lstStyle/>
        <a:p>
          <a:endParaRPr lang="en-US"/>
        </a:p>
      </dgm:t>
    </dgm:pt>
    <dgm:pt modelId="{CCC899A4-B13D-4FEA-B620-1986AD349AEE}" type="pres">
      <dgm:prSet presAssocID="{A9936DCA-2AEF-45BD-AE74-D62FEB4C76C2}" presName="diagram" presStyleCnt="0">
        <dgm:presLayoutVars>
          <dgm:dir/>
          <dgm:resizeHandles val="exact"/>
        </dgm:presLayoutVars>
      </dgm:prSet>
      <dgm:spPr/>
    </dgm:pt>
    <dgm:pt modelId="{D5DFA4AF-A798-4B04-8A19-3823317AF305}" type="pres">
      <dgm:prSet presAssocID="{F711C81B-A38C-4FFB-BF80-5DA2D16A7DF0}" presName="node" presStyleLbl="node1" presStyleIdx="0" presStyleCnt="5">
        <dgm:presLayoutVars>
          <dgm:bulletEnabled val="1"/>
        </dgm:presLayoutVars>
      </dgm:prSet>
      <dgm:spPr/>
    </dgm:pt>
    <dgm:pt modelId="{824870B9-A025-49FC-8106-B74C10AD0D61}" type="pres">
      <dgm:prSet presAssocID="{31A1831D-19BE-4E80-A2D4-185153000562}" presName="sibTrans" presStyleLbl="sibTrans2D1" presStyleIdx="0" presStyleCnt="4"/>
      <dgm:spPr/>
    </dgm:pt>
    <dgm:pt modelId="{EA6ED3B5-C6C1-4E1E-869A-F6BD5E65AB45}" type="pres">
      <dgm:prSet presAssocID="{31A1831D-19BE-4E80-A2D4-185153000562}" presName="connectorText" presStyleLbl="sibTrans2D1" presStyleIdx="0" presStyleCnt="4"/>
      <dgm:spPr/>
    </dgm:pt>
    <dgm:pt modelId="{A86F3638-6A7E-415B-9652-743D05C2AE87}" type="pres">
      <dgm:prSet presAssocID="{AF4E9C4F-10BE-466A-86B2-884DFACB584D}" presName="node" presStyleLbl="node1" presStyleIdx="1" presStyleCnt="5">
        <dgm:presLayoutVars>
          <dgm:bulletEnabled val="1"/>
        </dgm:presLayoutVars>
      </dgm:prSet>
      <dgm:spPr/>
    </dgm:pt>
    <dgm:pt modelId="{98082138-57A6-4DD1-940F-C372CA3BBE88}" type="pres">
      <dgm:prSet presAssocID="{112A62D2-215C-4C99-8FF8-65FBEA145320}" presName="sibTrans" presStyleLbl="sibTrans2D1" presStyleIdx="1" presStyleCnt="4"/>
      <dgm:spPr/>
    </dgm:pt>
    <dgm:pt modelId="{78A88ED0-286F-4D43-8832-9DC1469C3599}" type="pres">
      <dgm:prSet presAssocID="{112A62D2-215C-4C99-8FF8-65FBEA145320}" presName="connectorText" presStyleLbl="sibTrans2D1" presStyleIdx="1" presStyleCnt="4"/>
      <dgm:spPr/>
    </dgm:pt>
    <dgm:pt modelId="{DD87AFED-0252-44C4-8A6B-ABE212113F67}" type="pres">
      <dgm:prSet presAssocID="{5B358055-EB90-4FDE-BCFA-D35C8C65BBB2}" presName="node" presStyleLbl="node1" presStyleIdx="2" presStyleCnt="5">
        <dgm:presLayoutVars>
          <dgm:bulletEnabled val="1"/>
        </dgm:presLayoutVars>
      </dgm:prSet>
      <dgm:spPr/>
    </dgm:pt>
    <dgm:pt modelId="{72C090E8-D626-49EA-9247-54A6F98CF374}" type="pres">
      <dgm:prSet presAssocID="{B21CD151-48C0-486E-B99F-17D73F0A8D7B}" presName="sibTrans" presStyleLbl="sibTrans2D1" presStyleIdx="2" presStyleCnt="4"/>
      <dgm:spPr/>
    </dgm:pt>
    <dgm:pt modelId="{3248CFF2-2EBE-46AE-9AC7-FA4AD12C2C3F}" type="pres">
      <dgm:prSet presAssocID="{B21CD151-48C0-486E-B99F-17D73F0A8D7B}" presName="connectorText" presStyleLbl="sibTrans2D1" presStyleIdx="2" presStyleCnt="4"/>
      <dgm:spPr/>
    </dgm:pt>
    <dgm:pt modelId="{0F217353-BCEF-41C1-AB64-D6D82D1BC8D8}" type="pres">
      <dgm:prSet presAssocID="{CACA0991-0083-423C-8612-E2294F69194C}" presName="node" presStyleLbl="node1" presStyleIdx="3" presStyleCnt="5">
        <dgm:presLayoutVars>
          <dgm:bulletEnabled val="1"/>
        </dgm:presLayoutVars>
      </dgm:prSet>
      <dgm:spPr/>
    </dgm:pt>
    <dgm:pt modelId="{DAD13EC1-EFC0-4DF9-B7C1-9AE5EDB2813D}" type="pres">
      <dgm:prSet presAssocID="{81B907DA-8A61-4CC3-BEE2-266DE32C0EFA}" presName="sibTrans" presStyleLbl="sibTrans2D1" presStyleIdx="3" presStyleCnt="4"/>
      <dgm:spPr/>
    </dgm:pt>
    <dgm:pt modelId="{718DDFA5-9C10-4978-8F2E-C26B06AF5672}" type="pres">
      <dgm:prSet presAssocID="{81B907DA-8A61-4CC3-BEE2-266DE32C0EFA}" presName="connectorText" presStyleLbl="sibTrans2D1" presStyleIdx="3" presStyleCnt="4"/>
      <dgm:spPr/>
    </dgm:pt>
    <dgm:pt modelId="{704D019F-19E8-405E-AC34-33C2293E9538}" type="pres">
      <dgm:prSet presAssocID="{80B7D6C2-923D-4570-9AEE-5E611B93C9E6}" presName="node" presStyleLbl="node1" presStyleIdx="4" presStyleCnt="5">
        <dgm:presLayoutVars>
          <dgm:bulletEnabled val="1"/>
        </dgm:presLayoutVars>
      </dgm:prSet>
      <dgm:spPr/>
    </dgm:pt>
  </dgm:ptLst>
  <dgm:cxnLst>
    <dgm:cxn modelId="{94E3DC01-3FF3-47C1-8707-92714C209BE1}" type="presOf" srcId="{AF4E9C4F-10BE-466A-86B2-884DFACB584D}" destId="{A86F3638-6A7E-415B-9652-743D05C2AE87}" srcOrd="0" destOrd="0" presId="urn:microsoft.com/office/officeart/2005/8/layout/process5"/>
    <dgm:cxn modelId="{7B799422-09AC-4CBF-BE7C-2FE4CEAC6624}" type="presOf" srcId="{F711C81B-A38C-4FFB-BF80-5DA2D16A7DF0}" destId="{D5DFA4AF-A798-4B04-8A19-3823317AF305}" srcOrd="0" destOrd="0" presId="urn:microsoft.com/office/officeart/2005/8/layout/process5"/>
    <dgm:cxn modelId="{0B2D122A-B76F-4C5D-8EB9-041247EF58D5}" type="presOf" srcId="{CACA0991-0083-423C-8612-E2294F69194C}" destId="{0F217353-BCEF-41C1-AB64-D6D82D1BC8D8}" srcOrd="0" destOrd="0" presId="urn:microsoft.com/office/officeart/2005/8/layout/process5"/>
    <dgm:cxn modelId="{C0FF932E-11BE-40F4-8AD1-C90F6E0741CB}" type="presOf" srcId="{81B907DA-8A61-4CC3-BEE2-266DE32C0EFA}" destId="{718DDFA5-9C10-4978-8F2E-C26B06AF5672}" srcOrd="1" destOrd="0" presId="urn:microsoft.com/office/officeart/2005/8/layout/process5"/>
    <dgm:cxn modelId="{A8CF7F34-268F-4EA4-8141-A21EFB80079C}" type="presOf" srcId="{31A1831D-19BE-4E80-A2D4-185153000562}" destId="{824870B9-A025-49FC-8106-B74C10AD0D61}" srcOrd="0" destOrd="0" presId="urn:microsoft.com/office/officeart/2005/8/layout/process5"/>
    <dgm:cxn modelId="{A8E24C38-29FD-46A8-B676-98BD3E9BF987}" srcId="{A9936DCA-2AEF-45BD-AE74-D62FEB4C76C2}" destId="{CACA0991-0083-423C-8612-E2294F69194C}" srcOrd="3" destOrd="0" parTransId="{2BAA2E15-A4FC-4B33-AF12-95B0357EB9B6}" sibTransId="{81B907DA-8A61-4CC3-BEE2-266DE32C0EFA}"/>
    <dgm:cxn modelId="{C2F51660-1D26-4953-B7F8-6448A441C9A5}" type="presOf" srcId="{81B907DA-8A61-4CC3-BEE2-266DE32C0EFA}" destId="{DAD13EC1-EFC0-4DF9-B7C1-9AE5EDB2813D}" srcOrd="0" destOrd="0" presId="urn:microsoft.com/office/officeart/2005/8/layout/process5"/>
    <dgm:cxn modelId="{E7E1D76E-F8F9-4518-8C18-EC0857EFF382}" type="presOf" srcId="{31A1831D-19BE-4E80-A2D4-185153000562}" destId="{EA6ED3B5-C6C1-4E1E-869A-F6BD5E65AB45}" srcOrd="1" destOrd="0" presId="urn:microsoft.com/office/officeart/2005/8/layout/process5"/>
    <dgm:cxn modelId="{0C107571-7F02-4524-A072-176EDB68F688}" srcId="{A9936DCA-2AEF-45BD-AE74-D62FEB4C76C2}" destId="{F711C81B-A38C-4FFB-BF80-5DA2D16A7DF0}" srcOrd="0" destOrd="0" parTransId="{EB8B4649-CDC0-454A-A408-924F3CA065B0}" sibTransId="{31A1831D-19BE-4E80-A2D4-185153000562}"/>
    <dgm:cxn modelId="{68CE8C90-D377-47B4-B2A4-7AA1B8B4A4FF}" type="presOf" srcId="{B21CD151-48C0-486E-B99F-17D73F0A8D7B}" destId="{3248CFF2-2EBE-46AE-9AC7-FA4AD12C2C3F}" srcOrd="1" destOrd="0" presId="urn:microsoft.com/office/officeart/2005/8/layout/process5"/>
    <dgm:cxn modelId="{37889EA2-0362-4377-8F4C-314A9CE7EAC7}" type="presOf" srcId="{112A62D2-215C-4C99-8FF8-65FBEA145320}" destId="{98082138-57A6-4DD1-940F-C372CA3BBE88}" srcOrd="0" destOrd="0" presId="urn:microsoft.com/office/officeart/2005/8/layout/process5"/>
    <dgm:cxn modelId="{B60AADA5-370B-4701-A6E4-998E9AB5FC2C}" srcId="{A9936DCA-2AEF-45BD-AE74-D62FEB4C76C2}" destId="{5B358055-EB90-4FDE-BCFA-D35C8C65BBB2}" srcOrd="2" destOrd="0" parTransId="{DFAC46D0-DF6F-48F3-AA5E-1425326BCAF1}" sibTransId="{B21CD151-48C0-486E-B99F-17D73F0A8D7B}"/>
    <dgm:cxn modelId="{875D9EAE-C8B8-495F-ABAE-0C3789DA0457}" type="presOf" srcId="{112A62D2-215C-4C99-8FF8-65FBEA145320}" destId="{78A88ED0-286F-4D43-8832-9DC1469C3599}" srcOrd="1" destOrd="0" presId="urn:microsoft.com/office/officeart/2005/8/layout/process5"/>
    <dgm:cxn modelId="{8635BFB1-0678-48BA-9522-7404B07A0EFA}" srcId="{A9936DCA-2AEF-45BD-AE74-D62FEB4C76C2}" destId="{80B7D6C2-923D-4570-9AEE-5E611B93C9E6}" srcOrd="4" destOrd="0" parTransId="{222A4411-AB2F-4E78-AF36-DCA5A4555ADD}" sibTransId="{BD01ACE5-AD31-4C55-B344-1D492E38AAEF}"/>
    <dgm:cxn modelId="{0E4ADBC2-E154-46A8-A9F2-ECF79FBCFAFB}" type="presOf" srcId="{5B358055-EB90-4FDE-BCFA-D35C8C65BBB2}" destId="{DD87AFED-0252-44C4-8A6B-ABE212113F67}" srcOrd="0" destOrd="0" presId="urn:microsoft.com/office/officeart/2005/8/layout/process5"/>
    <dgm:cxn modelId="{6452D2CD-5CA1-40AC-B0CE-B587AAE58DF2}" type="presOf" srcId="{B21CD151-48C0-486E-B99F-17D73F0A8D7B}" destId="{72C090E8-D626-49EA-9247-54A6F98CF374}" srcOrd="0" destOrd="0" presId="urn:microsoft.com/office/officeart/2005/8/layout/process5"/>
    <dgm:cxn modelId="{53D416DE-CE30-4391-8D7B-788B8BF02CE0}" type="presOf" srcId="{A9936DCA-2AEF-45BD-AE74-D62FEB4C76C2}" destId="{CCC899A4-B13D-4FEA-B620-1986AD349AEE}" srcOrd="0" destOrd="0" presId="urn:microsoft.com/office/officeart/2005/8/layout/process5"/>
    <dgm:cxn modelId="{651E49E1-4E0B-42B5-84F8-1FBB248D462D}" srcId="{A9936DCA-2AEF-45BD-AE74-D62FEB4C76C2}" destId="{AF4E9C4F-10BE-466A-86B2-884DFACB584D}" srcOrd="1" destOrd="0" parTransId="{C0A8BD16-86F0-4ADF-A9C6-AB4D95EB2226}" sibTransId="{112A62D2-215C-4C99-8FF8-65FBEA145320}"/>
    <dgm:cxn modelId="{473D12E4-9CD4-4E52-B688-BEB520117268}" type="presOf" srcId="{80B7D6C2-923D-4570-9AEE-5E611B93C9E6}" destId="{704D019F-19E8-405E-AC34-33C2293E9538}" srcOrd="0" destOrd="0" presId="urn:microsoft.com/office/officeart/2005/8/layout/process5"/>
    <dgm:cxn modelId="{108FB449-0DFF-49C5-B5DD-4BD77C5776FC}" type="presParOf" srcId="{CCC899A4-B13D-4FEA-B620-1986AD349AEE}" destId="{D5DFA4AF-A798-4B04-8A19-3823317AF305}" srcOrd="0" destOrd="0" presId="urn:microsoft.com/office/officeart/2005/8/layout/process5"/>
    <dgm:cxn modelId="{84B73BFC-C1AF-471A-A7D2-044151044E09}" type="presParOf" srcId="{CCC899A4-B13D-4FEA-B620-1986AD349AEE}" destId="{824870B9-A025-49FC-8106-B74C10AD0D61}" srcOrd="1" destOrd="0" presId="urn:microsoft.com/office/officeart/2005/8/layout/process5"/>
    <dgm:cxn modelId="{BC2371D7-EBDA-4B21-BD1D-A4BDBA5CD198}" type="presParOf" srcId="{824870B9-A025-49FC-8106-B74C10AD0D61}" destId="{EA6ED3B5-C6C1-4E1E-869A-F6BD5E65AB45}" srcOrd="0" destOrd="0" presId="urn:microsoft.com/office/officeart/2005/8/layout/process5"/>
    <dgm:cxn modelId="{31D78AE2-BC7D-4FD6-8A0B-574051BA7B36}" type="presParOf" srcId="{CCC899A4-B13D-4FEA-B620-1986AD349AEE}" destId="{A86F3638-6A7E-415B-9652-743D05C2AE87}" srcOrd="2" destOrd="0" presId="urn:microsoft.com/office/officeart/2005/8/layout/process5"/>
    <dgm:cxn modelId="{CD025E4D-3BFC-4B74-898D-859CA5CF2D77}" type="presParOf" srcId="{CCC899A4-B13D-4FEA-B620-1986AD349AEE}" destId="{98082138-57A6-4DD1-940F-C372CA3BBE88}" srcOrd="3" destOrd="0" presId="urn:microsoft.com/office/officeart/2005/8/layout/process5"/>
    <dgm:cxn modelId="{F4154B81-9EEF-45C8-A589-A679919CF10A}" type="presParOf" srcId="{98082138-57A6-4DD1-940F-C372CA3BBE88}" destId="{78A88ED0-286F-4D43-8832-9DC1469C3599}" srcOrd="0" destOrd="0" presId="urn:microsoft.com/office/officeart/2005/8/layout/process5"/>
    <dgm:cxn modelId="{FE2A10AB-3473-4F1E-91B0-C1636D22A8F6}" type="presParOf" srcId="{CCC899A4-B13D-4FEA-B620-1986AD349AEE}" destId="{DD87AFED-0252-44C4-8A6B-ABE212113F67}" srcOrd="4" destOrd="0" presId="urn:microsoft.com/office/officeart/2005/8/layout/process5"/>
    <dgm:cxn modelId="{C717A372-9A76-4811-88EE-E826447D1BA1}" type="presParOf" srcId="{CCC899A4-B13D-4FEA-B620-1986AD349AEE}" destId="{72C090E8-D626-49EA-9247-54A6F98CF374}" srcOrd="5" destOrd="0" presId="urn:microsoft.com/office/officeart/2005/8/layout/process5"/>
    <dgm:cxn modelId="{23E547BB-76A2-4707-898D-5BA66AA93F3F}" type="presParOf" srcId="{72C090E8-D626-49EA-9247-54A6F98CF374}" destId="{3248CFF2-2EBE-46AE-9AC7-FA4AD12C2C3F}" srcOrd="0" destOrd="0" presId="urn:microsoft.com/office/officeart/2005/8/layout/process5"/>
    <dgm:cxn modelId="{9ECB03C9-3A9C-4069-A91D-D08750C82CCF}" type="presParOf" srcId="{CCC899A4-B13D-4FEA-B620-1986AD349AEE}" destId="{0F217353-BCEF-41C1-AB64-D6D82D1BC8D8}" srcOrd="6" destOrd="0" presId="urn:microsoft.com/office/officeart/2005/8/layout/process5"/>
    <dgm:cxn modelId="{0F663E73-BBD0-45D3-B304-E456E2B84436}" type="presParOf" srcId="{CCC899A4-B13D-4FEA-B620-1986AD349AEE}" destId="{DAD13EC1-EFC0-4DF9-B7C1-9AE5EDB2813D}" srcOrd="7" destOrd="0" presId="urn:microsoft.com/office/officeart/2005/8/layout/process5"/>
    <dgm:cxn modelId="{6E0269A3-2B95-4074-AE63-492137CC4B71}" type="presParOf" srcId="{DAD13EC1-EFC0-4DF9-B7C1-9AE5EDB2813D}" destId="{718DDFA5-9C10-4978-8F2E-C26B06AF5672}" srcOrd="0" destOrd="0" presId="urn:microsoft.com/office/officeart/2005/8/layout/process5"/>
    <dgm:cxn modelId="{1C4FB18C-D8F1-4A4C-8750-129E65C82929}" type="presParOf" srcId="{CCC899A4-B13D-4FEA-B620-1986AD349AEE}" destId="{704D019F-19E8-405E-AC34-33C2293E9538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1F828-8AD9-4922-8F48-1DE26677FC34}">
      <dsp:nvSpPr>
        <dsp:cNvPr id="0" name=""/>
        <dsp:cNvSpPr/>
      </dsp:nvSpPr>
      <dsp:spPr>
        <a:xfrm>
          <a:off x="0" y="0"/>
          <a:ext cx="6697865" cy="11630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Problem: Business logic mixed in handlers  </a:t>
          </a:r>
        </a:p>
      </dsp:txBody>
      <dsp:txXfrm>
        <a:off x="34066" y="34066"/>
        <a:ext cx="5442806" cy="1094952"/>
      </dsp:txXfrm>
    </dsp:sp>
    <dsp:sp modelId="{324F5C6C-E0E1-4F59-B706-1DD811CBACB8}">
      <dsp:nvSpPr>
        <dsp:cNvPr id="0" name=""/>
        <dsp:cNvSpPr/>
      </dsp:nvSpPr>
      <dsp:spPr>
        <a:xfrm>
          <a:off x="590988" y="1356931"/>
          <a:ext cx="6697865" cy="11630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Solution: Clean separation — SERVICE, Application, Infrastructure  </a:t>
          </a:r>
        </a:p>
      </dsp:txBody>
      <dsp:txXfrm>
        <a:off x="625054" y="1390997"/>
        <a:ext cx="5282740" cy="1094952"/>
      </dsp:txXfrm>
    </dsp:sp>
    <dsp:sp modelId="{0202C779-9033-432E-B5C1-67DA2029599F}">
      <dsp:nvSpPr>
        <dsp:cNvPr id="0" name=""/>
        <dsp:cNvSpPr/>
      </dsp:nvSpPr>
      <dsp:spPr>
        <a:xfrm>
          <a:off x="1181976" y="2713863"/>
          <a:ext cx="6697865" cy="11630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✅ Testable, ✅ Reusable, ✅Maintainable</a:t>
          </a:r>
        </a:p>
      </dsp:txBody>
      <dsp:txXfrm>
        <a:off x="1216042" y="2747929"/>
        <a:ext cx="5282740" cy="1094952"/>
      </dsp:txXfrm>
    </dsp:sp>
    <dsp:sp modelId="{D93FAAE1-202D-40FD-B48B-EFBDD6CAD936}">
      <dsp:nvSpPr>
        <dsp:cNvPr id="0" name=""/>
        <dsp:cNvSpPr/>
      </dsp:nvSpPr>
      <dsp:spPr>
        <a:xfrm>
          <a:off x="5941860" y="882005"/>
          <a:ext cx="756004" cy="75600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111961" y="882005"/>
        <a:ext cx="415802" cy="568893"/>
      </dsp:txXfrm>
    </dsp:sp>
    <dsp:sp modelId="{A0B94866-7EE7-46E8-860B-3096BEB4B64D}">
      <dsp:nvSpPr>
        <dsp:cNvPr id="0" name=""/>
        <dsp:cNvSpPr/>
      </dsp:nvSpPr>
      <dsp:spPr>
        <a:xfrm>
          <a:off x="6532848" y="2231183"/>
          <a:ext cx="756004" cy="75600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702949" y="2231183"/>
        <a:ext cx="415802" cy="5688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99FCC-AA53-4A28-B094-C4572536BB6B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02211-BE11-459F-9A8C-E34159EF98F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1️⃣ Infrastructure (DB, Cache, Logger) — local  </a:t>
          </a:r>
        </a:p>
      </dsp:txBody>
      <dsp:txXfrm>
        <a:off x="78583" y="2435142"/>
        <a:ext cx="2399612" cy="720000"/>
      </dsp:txXfrm>
    </dsp:sp>
    <dsp:sp modelId="{E2507E01-2B68-4F95-95E9-ACDFD63ACB37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85BE2-339D-46AD-B114-F9B1BA26C869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2️⃣ External (Stripe, Twilio) — remote  </a:t>
          </a:r>
        </a:p>
      </dsp:txBody>
      <dsp:txXfrm>
        <a:off x="2898129" y="2435142"/>
        <a:ext cx="2399612" cy="720000"/>
      </dsp:txXfrm>
    </dsp:sp>
    <dsp:sp modelId="{916AFBB9-5A6E-4A3C-9E9D-EC9A40B9D760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967E6-3A6F-419B-9709-DA6A308A1C6F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3️⃣ ⭐ Business (User, Order) — local or remote depending on config</a:t>
          </a:r>
        </a:p>
      </dsp:txBody>
      <dsp:txXfrm>
        <a:off x="5717674" y="2435142"/>
        <a:ext cx="23996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28B85-BFE6-46B8-AA28-A57D5CC907D2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Same code, different config:</a:t>
          </a:r>
        </a:p>
      </dsp:txBody>
      <dsp:txXfrm>
        <a:off x="19451" y="19451"/>
        <a:ext cx="5516512" cy="625190"/>
      </dsp:txXfrm>
    </dsp:sp>
    <dsp:sp modelId="{C9520C07-1719-4892-B092-C6A3606B0531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dev → monolith</a:t>
          </a:r>
        </a:p>
      </dsp:txBody>
      <dsp:txXfrm>
        <a:off x="490713" y="775779"/>
        <a:ext cx="5368995" cy="625190"/>
      </dsp:txXfrm>
    </dsp:sp>
    <dsp:sp modelId="{C0BBEB32-15C4-487F-B0DA-7E7FABAFF899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staging → single server</a:t>
          </a:r>
        </a:p>
      </dsp:txBody>
      <dsp:txXfrm>
        <a:off x="961976" y="1532107"/>
        <a:ext cx="5368995" cy="625190"/>
      </dsp:txXfrm>
    </dsp:sp>
    <dsp:sp modelId="{6CCB37CB-D8D5-428F-8B87-1EB9744D00E8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prod → microservices</a:t>
          </a:r>
        </a:p>
      </dsp:txBody>
      <dsp:txXfrm>
        <a:off x="1433238" y="2288435"/>
        <a:ext cx="5368995" cy="625190"/>
      </dsp:txXfrm>
    </dsp:sp>
    <dsp:sp modelId="{882121D7-9F2D-48C3-AC2A-E0AE34154250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✅ Zero code change</a:t>
          </a:r>
        </a:p>
      </dsp:txBody>
      <dsp:txXfrm>
        <a:off x="1904501" y="3044763"/>
        <a:ext cx="5368995" cy="625190"/>
      </dsp:txXfrm>
    </dsp:sp>
    <dsp:sp modelId="{452E770B-945C-4577-AD82-13ABB8337F71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D84E1929-B4C0-4FCC-9BFB-21732B226AA6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F0858E56-9638-43F5-AC9C-6AE9334C340D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0855EE89-FCC6-4C0A-9FD0-445E1BEE41C3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CE0B8-E2DC-4F61-A374-F3C24AEA9876}">
      <dsp:nvSpPr>
        <dsp:cNvPr id="0" name=""/>
        <dsp:cNvSpPr/>
      </dsp:nvSpPr>
      <dsp:spPr>
        <a:xfrm>
          <a:off x="0" y="0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No manual wiring  </a:t>
          </a:r>
        </a:p>
      </dsp:txBody>
      <dsp:txXfrm>
        <a:off x="36841" y="36841"/>
        <a:ext cx="5609181" cy="1184159"/>
      </dsp:txXfrm>
    </dsp:sp>
    <dsp:sp modelId="{3A023712-1535-4E57-870A-6F45D4A142C1}">
      <dsp:nvSpPr>
        <dsp:cNvPr id="0" name=""/>
        <dsp:cNvSpPr/>
      </dsp:nvSpPr>
      <dsp:spPr>
        <a:xfrm>
          <a:off x="614690" y="1467481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Framework resolves dependencies automatically  </a:t>
          </a:r>
        </a:p>
      </dsp:txBody>
      <dsp:txXfrm>
        <a:off x="651531" y="1504322"/>
        <a:ext cx="5460521" cy="1184159"/>
      </dsp:txXfrm>
    </dsp:sp>
    <dsp:sp modelId="{C206D0A9-0776-4298-B9E9-C668669378E9}">
      <dsp:nvSpPr>
        <dsp:cNvPr id="0" name=""/>
        <dsp:cNvSpPr/>
      </dsp:nvSpPr>
      <dsp:spPr>
        <a:xfrm>
          <a:off x="1229380" y="2934963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Lazy load = fast startup &amp; low memory</a:t>
          </a:r>
        </a:p>
      </dsp:txBody>
      <dsp:txXfrm>
        <a:off x="1266221" y="2971804"/>
        <a:ext cx="5460521" cy="1184159"/>
      </dsp:txXfrm>
    </dsp:sp>
    <dsp:sp modelId="{8776D964-9A10-45F9-B89B-27EB89443521}">
      <dsp:nvSpPr>
        <dsp:cNvPr id="0" name=""/>
        <dsp:cNvSpPr/>
      </dsp:nvSpPr>
      <dsp:spPr>
        <a:xfrm>
          <a:off x="6148893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32852" y="953863"/>
        <a:ext cx="449678" cy="615241"/>
      </dsp:txXfrm>
    </dsp:sp>
    <dsp:sp modelId="{A468A5C3-1358-4AB1-A4B0-1DCC9BC6FE2F}">
      <dsp:nvSpPr>
        <dsp:cNvPr id="0" name=""/>
        <dsp:cNvSpPr/>
      </dsp:nvSpPr>
      <dsp:spPr>
        <a:xfrm>
          <a:off x="67635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47542" y="2412959"/>
        <a:ext cx="449678" cy="6152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FA4AF-A798-4B04-8A19-3823317AF305}">
      <dsp:nvSpPr>
        <dsp:cNvPr id="0" name=""/>
        <dsp:cNvSpPr/>
      </dsp:nvSpPr>
      <dsp:spPr>
        <a:xfrm>
          <a:off x="7203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Not just a router — a business application framework!  </a:t>
          </a:r>
        </a:p>
      </dsp:txBody>
      <dsp:txXfrm>
        <a:off x="45039" y="411824"/>
        <a:ext cx="2077344" cy="1216138"/>
      </dsp:txXfrm>
    </dsp:sp>
    <dsp:sp modelId="{824870B9-A025-49FC-8106-B74C10AD0D61}">
      <dsp:nvSpPr>
        <dsp:cNvPr id="0" name=""/>
        <dsp:cNvSpPr/>
      </dsp:nvSpPr>
      <dsp:spPr>
        <a:xfrm>
          <a:off x="2349685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49685" y="859709"/>
        <a:ext cx="319507" cy="320368"/>
      </dsp:txXfrm>
    </dsp:sp>
    <dsp:sp modelId="{A86F3638-6A7E-415B-9652-743D05C2AE87}">
      <dsp:nvSpPr>
        <dsp:cNvPr id="0" name=""/>
        <dsp:cNvSpPr/>
      </dsp:nvSpPr>
      <dsp:spPr>
        <a:xfrm>
          <a:off x="3021427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Clean architecture  </a:t>
          </a:r>
        </a:p>
      </dsp:txBody>
      <dsp:txXfrm>
        <a:off x="3059263" y="411824"/>
        <a:ext cx="2077344" cy="1216138"/>
      </dsp:txXfrm>
    </dsp:sp>
    <dsp:sp modelId="{98082138-57A6-4DD1-940F-C372CA3BBE88}">
      <dsp:nvSpPr>
        <dsp:cNvPr id="0" name=""/>
        <dsp:cNvSpPr/>
      </dsp:nvSpPr>
      <dsp:spPr>
        <a:xfrm>
          <a:off x="5363909" y="752919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363909" y="859709"/>
        <a:ext cx="319507" cy="320368"/>
      </dsp:txXfrm>
    </dsp:sp>
    <dsp:sp modelId="{DD87AFED-0252-44C4-8A6B-ABE212113F67}">
      <dsp:nvSpPr>
        <dsp:cNvPr id="0" name=""/>
        <dsp:cNvSpPr/>
      </dsp:nvSpPr>
      <dsp:spPr>
        <a:xfrm>
          <a:off x="6035650" y="373988"/>
          <a:ext cx="2153016" cy="12918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Built-in DI  </a:t>
          </a:r>
        </a:p>
      </dsp:txBody>
      <dsp:txXfrm>
        <a:off x="6073486" y="411824"/>
        <a:ext cx="2077344" cy="1216138"/>
      </dsp:txXfrm>
    </dsp:sp>
    <dsp:sp modelId="{72C090E8-D626-49EA-9247-54A6F98CF374}">
      <dsp:nvSpPr>
        <dsp:cNvPr id="0" name=""/>
        <dsp:cNvSpPr/>
      </dsp:nvSpPr>
      <dsp:spPr>
        <a:xfrm rot="5400000">
          <a:off x="6883939" y="1816510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6951975" y="1855264"/>
        <a:ext cx="320368" cy="319507"/>
      </dsp:txXfrm>
    </dsp:sp>
    <dsp:sp modelId="{0F217353-BCEF-41C1-AB64-D6D82D1BC8D8}">
      <dsp:nvSpPr>
        <dsp:cNvPr id="0" name=""/>
        <dsp:cNvSpPr/>
      </dsp:nvSpPr>
      <dsp:spPr>
        <a:xfrm>
          <a:off x="6035650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Config-driven deployment  </a:t>
          </a:r>
        </a:p>
      </dsp:txBody>
      <dsp:txXfrm>
        <a:off x="6073486" y="2564841"/>
        <a:ext cx="2077344" cy="1216138"/>
      </dsp:txXfrm>
    </dsp:sp>
    <dsp:sp modelId="{DAD13EC1-EFC0-4DF9-B7C1-9AE5EDB2813D}">
      <dsp:nvSpPr>
        <dsp:cNvPr id="0" name=""/>
        <dsp:cNvSpPr/>
      </dsp:nvSpPr>
      <dsp:spPr>
        <a:xfrm rot="10800000">
          <a:off x="5389745" y="2905936"/>
          <a:ext cx="456439" cy="5339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5526677" y="3012726"/>
        <a:ext cx="319507" cy="320368"/>
      </dsp:txXfrm>
    </dsp:sp>
    <dsp:sp modelId="{704D019F-19E8-405E-AC34-33C2293E9538}">
      <dsp:nvSpPr>
        <dsp:cNvPr id="0" name=""/>
        <dsp:cNvSpPr/>
      </dsp:nvSpPr>
      <dsp:spPr>
        <a:xfrm>
          <a:off x="3021427" y="2527005"/>
          <a:ext cx="2153016" cy="129181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✅ Monolith ↔ Microservices with no rewrite</a:t>
          </a:r>
        </a:p>
      </dsp:txBody>
      <dsp:txXfrm>
        <a:off x="3059263" y="2564841"/>
        <a:ext cx="2077344" cy="1216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448721"/>
            <a:ext cx="3530753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Lokstra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73326" y="1909192"/>
            <a:ext cx="3439885" cy="1827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B4B4B4"/>
                </a:solidFill>
              </a:defRPr>
            </a:pPr>
            <a:r>
              <a:rPr lang="en-US" sz="2800" dirty="0">
                <a:solidFill>
                  <a:schemeClr val="bg1"/>
                </a:solidFill>
              </a:rPr>
              <a:t>A Modern Go Framework for Business Applications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kstra_logo.png">
            <a:extLst>
              <a:ext uri="{FF2B5EF4-FFF2-40B4-BE49-F238E27FC236}">
                <a16:creationId xmlns:a16="http://schemas.microsoft.com/office/drawing/2014/main" id="{75965C01-0AAE-3A3F-F629-BCCC7812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1304044"/>
            <a:ext cx="4249911" cy="4249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05082-6591-95C1-2370-F6352C858E07}"/>
              </a:ext>
            </a:extLst>
          </p:cNvPr>
          <p:cNvSpPr txBox="1"/>
          <p:nvPr/>
        </p:nvSpPr>
        <p:spPr>
          <a:xfrm>
            <a:off x="2485505" y="5777345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Primadi Setiawan</a:t>
            </a:r>
            <a:endParaRPr lang="id-ID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9CDE2-A823-8E77-8580-0DC7BB976944}"/>
              </a:ext>
            </a:extLst>
          </p:cNvPr>
          <p:cNvSpPr txBox="1"/>
          <p:nvPr/>
        </p:nvSpPr>
        <p:spPr>
          <a:xfrm>
            <a:off x="6616931" y="6337069"/>
            <a:ext cx="238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@Sevima, Oct 31 2025</a:t>
            </a:r>
            <a:endParaRPr lang="id-ID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669925"/>
            <a:ext cx="338170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Lokstra Exists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44500" y="2398957"/>
            <a:ext cx="7054999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Go web frameworks are fast but limited: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❌ No clean architecture support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❌ Hard to scale from monolith to microservices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❌ Tight coupling between HTTP and business logic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C8FF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👉 </a:t>
            </a:r>
            <a:r>
              <a:rPr lang="en-US" sz="1700" dirty="0" err="1">
                <a:solidFill>
                  <a:schemeClr val="bg1"/>
                </a:solidFill>
              </a:rPr>
              <a:t>Lokstra</a:t>
            </a:r>
            <a:r>
              <a:rPr lang="en-US" sz="1700" dirty="0">
                <a:solidFill>
                  <a:schemeClr val="bg1"/>
                </a:solidFill>
              </a:rPr>
              <a:t> was built to bridge that gap — simple for small apps, scalable for large systems.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669925"/>
            <a:ext cx="338170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0004" y="2141534"/>
            <a:ext cx="7988084" cy="2292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id-ID" dirty="0"/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This talk is divided into three parts:</a:t>
            </a:r>
            <a:endParaRPr lang="id-ID" dirty="0"/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id-ID" dirty="0"/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1️⃣ </a:t>
            </a:r>
            <a:r>
              <a:rPr dirty="0" err="1"/>
              <a:t>Lokstra</a:t>
            </a:r>
            <a:r>
              <a:rPr dirty="0"/>
              <a:t> as Router — familiar, fast, and flexible  </a:t>
            </a:r>
            <a:endParaRPr lang="id-ID" dirty="0"/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2️⃣ </a:t>
            </a:r>
            <a:r>
              <a:rPr dirty="0" err="1"/>
              <a:t>Lokstra</a:t>
            </a:r>
            <a:r>
              <a:rPr dirty="0"/>
              <a:t> as Business Application Framework — scalable and structured  </a:t>
            </a:r>
            <a:endParaRPr lang="id-ID" dirty="0"/>
          </a:p>
          <a:p>
            <a:pPr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3️⃣ Q&amp;A — open discussion about </a:t>
            </a:r>
            <a:r>
              <a:rPr dirty="0" err="1"/>
              <a:t>Lokstra</a:t>
            </a:r>
            <a:endParaRPr lang="id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524B0-A126-886B-4A28-AF0BB1126032}"/>
              </a:ext>
            </a:extLst>
          </p:cNvPr>
          <p:cNvSpPr txBox="1"/>
          <p:nvPr/>
        </p:nvSpPr>
        <p:spPr>
          <a:xfrm>
            <a:off x="3030860" y="6061009"/>
            <a:ext cx="5867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“In this presentation, we’ll explore a lot of code together.”</a:t>
            </a:r>
            <a:endParaRPr lang="id-ID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448721"/>
            <a:ext cx="3530753" cy="1225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3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2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1 — Lokstra as Router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73326" y="1909192"/>
            <a:ext cx="3439885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B4B4B4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Familiar router features, but with more power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ks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89" y="1304044"/>
            <a:ext cx="4249911" cy="42499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1656" y="707132"/>
            <a:ext cx="275034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Router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457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D0B695-4187-0363-CD53-3F8625626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20" y="953583"/>
            <a:ext cx="4805183" cy="4794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669925"/>
            <a:ext cx="338170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1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4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Handler Forms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44500" y="2398957"/>
            <a:ext cx="7054999" cy="352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Why 29+ forms?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- Type-safe request/response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- Auto JSON/XML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- Less boilerplate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0F0F0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- Context &amp; dependency aware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46962" y="707132"/>
            <a:ext cx="410184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Middleware Levels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446963" y="3209925"/>
            <a:ext cx="769703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6BB37AB-101A-D623-5600-41DE08BE65FB}"/>
              </a:ext>
            </a:extLst>
          </p:cNvPr>
          <p:cNvSpPr txBox="1"/>
          <p:nvPr/>
        </p:nvSpPr>
        <p:spPr>
          <a:xfrm>
            <a:off x="1863090" y="3499039"/>
            <a:ext cx="457407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lang="en-US" dirty="0"/>
              <a:t>1️⃣ Router-level or group level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lang="en-US" dirty="0"/>
              <a:t>2️⃣ Handler-Level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2170" y="606829"/>
            <a:ext cx="3420438" cy="1377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9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70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Part 2 — </a:t>
            </a:r>
            <a:r>
              <a:rPr lang="en-US" sz="7000" dirty="0" err="1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Lokstra</a:t>
            </a:r>
            <a:r>
              <a:rPr lang="en-US" sz="70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 as Business Application Framework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3039" y="2330506"/>
            <a:ext cx="3419569" cy="994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B4B4B4"/>
                </a:solidFill>
              </a:defRP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Clean architecture +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B4B4B4"/>
                </a:solidFill>
              </a:defRP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flexible deployment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kstra_logo.png"/>
          <p:cNvPicPr>
            <a:picLocks noChangeAspect="1"/>
          </p:cNvPicPr>
          <p:nvPr/>
        </p:nvPicPr>
        <p:blipFill>
          <a:blip r:embed="rId2"/>
          <a:srcRect l="10568" r="12062" b="-2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85800"/>
            <a:ext cx="7879842" cy="11570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 Layer Concept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3B69B3F-59C5-2928-FAB2-429AA15277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5322375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 Service Types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989CDDCD-E24F-2514-CF6E-62CCE395A8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3283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Config-Driven Deployment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E5A0E693-B6DA-A1C4-8A74-21458BF78B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8696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Built-in DI &amp; Lazy Loading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6ABF533-36EA-7B8D-905A-A05FF3E12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57509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Lokstra Value Summary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908E262-6D97-F15D-8E51-9D0623F4D4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36900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19797" y="586855"/>
            <a:ext cx="317257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C8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 —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200">
                <a:solidFill>
                  <a:srgbClr val="B4B4B4"/>
                </a:solidFill>
              </a:defRPr>
            </a:pPr>
            <a:r>
              <a:rPr lang="en-US" sz="4800" dirty="0"/>
              <a:t>Ideas • Feedback •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336</Words>
  <Application>Microsoft Office PowerPoint</Application>
  <PresentationFormat>On-screen Show (4:3)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Primadi Setiawan</dc:creator>
  <cp:keywords/>
  <dc:description>generated using python-pptx</dc:description>
  <cp:lastModifiedBy>Primadi Setiawan</cp:lastModifiedBy>
  <cp:revision>7</cp:revision>
  <dcterms:created xsi:type="dcterms:W3CDTF">2013-01-27T09:14:16Z</dcterms:created>
  <dcterms:modified xsi:type="dcterms:W3CDTF">2025-10-31T02:57:40Z</dcterms:modified>
  <cp:category/>
</cp:coreProperties>
</file>